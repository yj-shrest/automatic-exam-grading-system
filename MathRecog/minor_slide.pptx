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18288000" cy="102870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-1536" y="-84"/>
      </p:cViewPr>
      <p:guideLst>
        <p:guide pos="2880" orient="horz"/>
        <p:guide pos="2160"/>
      </p:guideLst>
    </p:cSldViewPr>
  </p:slide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1B1E2B-EE47-ED12-2759-183FAB5F6A2B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675E7A-13CF-E403-CD3B-25A939E39CA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54C1EB-F4AF-4987-26D7-949224967EAC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2BABA5-3581-696F-540D-6402EE1E72F4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3FBC8-33E1-27F4-F6AB-E11CCB8266DF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D5DEE1-588E-5D1C-DC23-A2525D69F00D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565028-4C29-6E9F-E2D5-B70F4EEBCBD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F71E0B-106D-AFA3-1717-84B835BAC695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DA2061-FCF9-8BE7-912A-FB5B6906D47B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00AF82-D527-6C96-4B05-ADF6FB749FBD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D6D2FB-9DF1-62F0-CA4F-536A3A24EA0F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4981219" y="4259059"/>
            <a:ext cx="8325561" cy="1931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3409860" y="6551749"/>
            <a:ext cx="11468278" cy="162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0049AC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8000" b="0" i="0">
                <a:solidFill>
                  <a:srgbClr val="0049AC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 bwMode="auto"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 bwMode="auto"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 bwMode="auto">
          <a:xfrm>
            <a:off x="74155" y="832319"/>
            <a:ext cx="18213705" cy="9454515"/>
          </a:xfrm>
          <a:custGeom>
            <a:avLst/>
            <a:gdLst/>
            <a:ahLst/>
            <a:cxnLst/>
            <a:rect l="l" t="t" r="r" b="b"/>
            <a:pathLst>
              <a:path w="18213705" h="9454515" fill="norm" stroke="1" extrusionOk="0">
                <a:moveTo>
                  <a:pt x="18213477" y="8173796"/>
                </a:moveTo>
                <a:lnTo>
                  <a:pt x="16932948" y="9454337"/>
                </a:lnTo>
                <a:lnTo>
                  <a:pt x="17004602" y="9454337"/>
                </a:lnTo>
                <a:lnTo>
                  <a:pt x="18213477" y="8245449"/>
                </a:lnTo>
                <a:lnTo>
                  <a:pt x="18213477" y="8173796"/>
                </a:lnTo>
                <a:close/>
              </a:path>
              <a:path w="18213705" h="9454515" fill="norm" stroke="1" extrusionOk="0">
                <a:moveTo>
                  <a:pt x="18213477" y="71297"/>
                </a:moveTo>
                <a:lnTo>
                  <a:pt x="17236809" y="1047965"/>
                </a:lnTo>
                <a:lnTo>
                  <a:pt x="16226638" y="37452"/>
                </a:lnTo>
                <a:lnTo>
                  <a:pt x="16222320" y="37452"/>
                </a:lnTo>
                <a:lnTo>
                  <a:pt x="16188843" y="71297"/>
                </a:lnTo>
                <a:lnTo>
                  <a:pt x="17201160" y="1083602"/>
                </a:lnTo>
                <a:lnTo>
                  <a:pt x="16224479" y="2060282"/>
                </a:lnTo>
                <a:lnTo>
                  <a:pt x="16188843" y="2024646"/>
                </a:lnTo>
                <a:lnTo>
                  <a:pt x="16188843" y="2095919"/>
                </a:lnTo>
                <a:lnTo>
                  <a:pt x="15212162" y="3072600"/>
                </a:lnTo>
                <a:lnTo>
                  <a:pt x="15176526" y="3036963"/>
                </a:lnTo>
                <a:lnTo>
                  <a:pt x="15176526" y="3108236"/>
                </a:lnTo>
                <a:lnTo>
                  <a:pt x="13187528" y="5097234"/>
                </a:lnTo>
                <a:lnTo>
                  <a:pt x="13151879" y="5061597"/>
                </a:lnTo>
                <a:lnTo>
                  <a:pt x="13151879" y="5132883"/>
                </a:lnTo>
                <a:lnTo>
                  <a:pt x="12200585" y="6084189"/>
                </a:lnTo>
                <a:lnTo>
                  <a:pt x="12156821" y="6040412"/>
                </a:lnTo>
                <a:lnTo>
                  <a:pt x="12156821" y="6111735"/>
                </a:lnTo>
                <a:lnTo>
                  <a:pt x="11178362" y="7090194"/>
                </a:lnTo>
                <a:lnTo>
                  <a:pt x="11142726" y="7054558"/>
                </a:lnTo>
                <a:lnTo>
                  <a:pt x="11142726" y="7125843"/>
                </a:lnTo>
                <a:lnTo>
                  <a:pt x="10166045" y="8102524"/>
                </a:lnTo>
                <a:lnTo>
                  <a:pt x="10130409" y="8066887"/>
                </a:lnTo>
                <a:lnTo>
                  <a:pt x="10130409" y="8138160"/>
                </a:lnTo>
                <a:lnTo>
                  <a:pt x="9153728" y="9114841"/>
                </a:lnTo>
                <a:lnTo>
                  <a:pt x="8212683" y="8173796"/>
                </a:lnTo>
                <a:lnTo>
                  <a:pt x="7200366" y="7161479"/>
                </a:lnTo>
                <a:lnTo>
                  <a:pt x="7164730" y="7125843"/>
                </a:lnTo>
                <a:lnTo>
                  <a:pt x="7200366" y="7090194"/>
                </a:lnTo>
                <a:lnTo>
                  <a:pt x="8141398" y="6149162"/>
                </a:lnTo>
                <a:lnTo>
                  <a:pt x="10130409" y="8138160"/>
                </a:lnTo>
                <a:lnTo>
                  <a:pt x="10130409" y="8066887"/>
                </a:lnTo>
                <a:lnTo>
                  <a:pt x="8212683" y="6149162"/>
                </a:lnTo>
                <a:lnTo>
                  <a:pt x="8175511" y="6111824"/>
                </a:lnTo>
                <a:lnTo>
                  <a:pt x="8177047" y="6110275"/>
                </a:lnTo>
                <a:lnTo>
                  <a:pt x="8107362" y="6040577"/>
                </a:lnTo>
                <a:lnTo>
                  <a:pt x="8107362" y="6111913"/>
                </a:lnTo>
                <a:lnTo>
                  <a:pt x="8105762" y="6113526"/>
                </a:lnTo>
                <a:lnTo>
                  <a:pt x="7129081" y="7090194"/>
                </a:lnTo>
                <a:lnTo>
                  <a:pt x="7093445" y="7054558"/>
                </a:lnTo>
                <a:lnTo>
                  <a:pt x="7093445" y="7125843"/>
                </a:lnTo>
                <a:lnTo>
                  <a:pt x="6113348" y="8105597"/>
                </a:lnTo>
                <a:lnTo>
                  <a:pt x="5169243" y="7161479"/>
                </a:lnTo>
                <a:lnTo>
                  <a:pt x="5133606" y="7125843"/>
                </a:lnTo>
                <a:lnTo>
                  <a:pt x="5169255" y="7090194"/>
                </a:lnTo>
                <a:lnTo>
                  <a:pt x="6113335" y="6146114"/>
                </a:lnTo>
                <a:lnTo>
                  <a:pt x="7093445" y="7125843"/>
                </a:lnTo>
                <a:lnTo>
                  <a:pt x="7093445" y="7054558"/>
                </a:lnTo>
                <a:lnTo>
                  <a:pt x="6150953" y="6111748"/>
                </a:lnTo>
                <a:lnTo>
                  <a:pt x="7129081" y="5133594"/>
                </a:lnTo>
                <a:lnTo>
                  <a:pt x="8107362" y="6111913"/>
                </a:lnTo>
                <a:lnTo>
                  <a:pt x="8107362" y="6040577"/>
                </a:lnTo>
                <a:lnTo>
                  <a:pt x="7200709" y="5133594"/>
                </a:lnTo>
                <a:lnTo>
                  <a:pt x="7164730" y="5097602"/>
                </a:lnTo>
                <a:lnTo>
                  <a:pt x="7200366" y="5061966"/>
                </a:lnTo>
                <a:lnTo>
                  <a:pt x="8141398" y="4121277"/>
                </a:lnTo>
                <a:lnTo>
                  <a:pt x="10132009" y="6111913"/>
                </a:lnTo>
                <a:lnTo>
                  <a:pt x="10130409" y="6113526"/>
                </a:lnTo>
                <a:lnTo>
                  <a:pt x="11142726" y="7125843"/>
                </a:lnTo>
                <a:lnTo>
                  <a:pt x="11142726" y="7054558"/>
                </a:lnTo>
                <a:lnTo>
                  <a:pt x="10200234" y="6111735"/>
                </a:lnTo>
                <a:lnTo>
                  <a:pt x="10237673" y="6074283"/>
                </a:lnTo>
                <a:lnTo>
                  <a:pt x="11178362" y="5133594"/>
                </a:lnTo>
                <a:lnTo>
                  <a:pt x="12156821" y="6111735"/>
                </a:lnTo>
                <a:lnTo>
                  <a:pt x="12156821" y="6040412"/>
                </a:lnTo>
                <a:lnTo>
                  <a:pt x="11250346" y="5133594"/>
                </a:lnTo>
                <a:lnTo>
                  <a:pt x="11214367" y="5097602"/>
                </a:lnTo>
                <a:lnTo>
                  <a:pt x="11250003" y="5061966"/>
                </a:lnTo>
                <a:lnTo>
                  <a:pt x="12165305" y="4146664"/>
                </a:lnTo>
                <a:lnTo>
                  <a:pt x="13151879" y="5132883"/>
                </a:lnTo>
                <a:lnTo>
                  <a:pt x="13151879" y="5061597"/>
                </a:lnTo>
                <a:lnTo>
                  <a:pt x="12210847" y="4120565"/>
                </a:lnTo>
                <a:lnTo>
                  <a:pt x="14199845" y="2131555"/>
                </a:lnTo>
                <a:lnTo>
                  <a:pt x="15176526" y="3108236"/>
                </a:lnTo>
                <a:lnTo>
                  <a:pt x="15176526" y="3036963"/>
                </a:lnTo>
                <a:lnTo>
                  <a:pt x="14271117" y="2131555"/>
                </a:lnTo>
                <a:lnTo>
                  <a:pt x="14164209" y="2024646"/>
                </a:lnTo>
                <a:lnTo>
                  <a:pt x="14164209" y="2095919"/>
                </a:lnTo>
                <a:lnTo>
                  <a:pt x="12200598" y="4059212"/>
                </a:lnTo>
                <a:lnTo>
                  <a:pt x="12191048" y="4049636"/>
                </a:lnTo>
                <a:lnTo>
                  <a:pt x="11178362" y="5061966"/>
                </a:lnTo>
                <a:lnTo>
                  <a:pt x="11142726" y="5026317"/>
                </a:lnTo>
                <a:lnTo>
                  <a:pt x="11142726" y="5097602"/>
                </a:lnTo>
                <a:lnTo>
                  <a:pt x="10166045" y="6074283"/>
                </a:lnTo>
                <a:lnTo>
                  <a:pt x="8213039" y="4121277"/>
                </a:lnTo>
                <a:lnTo>
                  <a:pt x="8177047" y="4085285"/>
                </a:lnTo>
                <a:lnTo>
                  <a:pt x="9153728" y="3108604"/>
                </a:lnTo>
                <a:lnTo>
                  <a:pt x="11142726" y="5097602"/>
                </a:lnTo>
                <a:lnTo>
                  <a:pt x="11142726" y="5026317"/>
                </a:lnTo>
                <a:lnTo>
                  <a:pt x="10202050" y="4085285"/>
                </a:lnTo>
                <a:lnTo>
                  <a:pt x="10237686" y="4049636"/>
                </a:lnTo>
                <a:lnTo>
                  <a:pt x="12165432" y="2121890"/>
                </a:lnTo>
                <a:lnTo>
                  <a:pt x="12175211" y="2131555"/>
                </a:lnTo>
                <a:lnTo>
                  <a:pt x="13187528" y="1119238"/>
                </a:lnTo>
                <a:lnTo>
                  <a:pt x="14164209" y="2095919"/>
                </a:lnTo>
                <a:lnTo>
                  <a:pt x="14164209" y="2024646"/>
                </a:lnTo>
                <a:lnTo>
                  <a:pt x="13258800" y="1119238"/>
                </a:lnTo>
                <a:lnTo>
                  <a:pt x="13223151" y="1083602"/>
                </a:lnTo>
                <a:lnTo>
                  <a:pt x="13258800" y="1047965"/>
                </a:lnTo>
                <a:lnTo>
                  <a:pt x="14199845" y="106921"/>
                </a:lnTo>
                <a:lnTo>
                  <a:pt x="16188843" y="2095919"/>
                </a:lnTo>
                <a:lnTo>
                  <a:pt x="16188843" y="2024646"/>
                </a:lnTo>
                <a:lnTo>
                  <a:pt x="14271117" y="106921"/>
                </a:lnTo>
                <a:lnTo>
                  <a:pt x="14235481" y="71297"/>
                </a:lnTo>
                <a:lnTo>
                  <a:pt x="14201991" y="37452"/>
                </a:lnTo>
                <a:lnTo>
                  <a:pt x="14197686" y="37452"/>
                </a:lnTo>
                <a:lnTo>
                  <a:pt x="14164196" y="71297"/>
                </a:lnTo>
                <a:lnTo>
                  <a:pt x="13187528" y="1047965"/>
                </a:lnTo>
                <a:lnTo>
                  <a:pt x="13151879" y="1012317"/>
                </a:lnTo>
                <a:lnTo>
                  <a:pt x="13151879" y="1083602"/>
                </a:lnTo>
                <a:lnTo>
                  <a:pt x="12200598" y="2034565"/>
                </a:lnTo>
                <a:lnTo>
                  <a:pt x="12155043" y="1989010"/>
                </a:lnTo>
                <a:lnTo>
                  <a:pt x="12155043" y="2060638"/>
                </a:lnTo>
                <a:lnTo>
                  <a:pt x="10166045" y="4049636"/>
                </a:lnTo>
                <a:lnTo>
                  <a:pt x="9225013" y="3108604"/>
                </a:lnTo>
                <a:lnTo>
                  <a:pt x="9189364" y="3072955"/>
                </a:lnTo>
                <a:lnTo>
                  <a:pt x="9225001" y="3037319"/>
                </a:lnTo>
                <a:lnTo>
                  <a:pt x="10166045" y="2096274"/>
                </a:lnTo>
                <a:lnTo>
                  <a:pt x="10202050" y="2060638"/>
                </a:lnTo>
                <a:lnTo>
                  <a:pt x="10237660" y="2025002"/>
                </a:lnTo>
                <a:lnTo>
                  <a:pt x="11178362" y="1083957"/>
                </a:lnTo>
                <a:lnTo>
                  <a:pt x="12155043" y="2060638"/>
                </a:lnTo>
                <a:lnTo>
                  <a:pt x="12155043" y="1989010"/>
                </a:lnTo>
                <a:lnTo>
                  <a:pt x="11250003" y="1083957"/>
                </a:lnTo>
                <a:lnTo>
                  <a:pt x="11214367" y="1048321"/>
                </a:lnTo>
                <a:lnTo>
                  <a:pt x="11250003" y="1012685"/>
                </a:lnTo>
                <a:lnTo>
                  <a:pt x="12165305" y="97383"/>
                </a:lnTo>
                <a:lnTo>
                  <a:pt x="13151879" y="1083602"/>
                </a:lnTo>
                <a:lnTo>
                  <a:pt x="13151879" y="1012317"/>
                </a:lnTo>
                <a:lnTo>
                  <a:pt x="12201296" y="61391"/>
                </a:lnTo>
                <a:lnTo>
                  <a:pt x="12226684" y="36004"/>
                </a:lnTo>
                <a:lnTo>
                  <a:pt x="12191048" y="0"/>
                </a:lnTo>
                <a:lnTo>
                  <a:pt x="11178362" y="1012685"/>
                </a:lnTo>
                <a:lnTo>
                  <a:pt x="10166045" y="0"/>
                </a:lnTo>
                <a:lnTo>
                  <a:pt x="10130409" y="36004"/>
                </a:lnTo>
                <a:lnTo>
                  <a:pt x="11142726" y="1048321"/>
                </a:lnTo>
                <a:lnTo>
                  <a:pt x="10166045" y="2025002"/>
                </a:lnTo>
                <a:lnTo>
                  <a:pt x="10130409" y="1989366"/>
                </a:lnTo>
                <a:lnTo>
                  <a:pt x="10130409" y="2060638"/>
                </a:lnTo>
                <a:lnTo>
                  <a:pt x="9153728" y="3037319"/>
                </a:lnTo>
                <a:lnTo>
                  <a:pt x="9118079" y="3001670"/>
                </a:lnTo>
                <a:lnTo>
                  <a:pt x="9118079" y="3072955"/>
                </a:lnTo>
                <a:lnTo>
                  <a:pt x="7129081" y="5061966"/>
                </a:lnTo>
                <a:lnTo>
                  <a:pt x="7093445" y="5026330"/>
                </a:lnTo>
                <a:lnTo>
                  <a:pt x="7093445" y="5097602"/>
                </a:lnTo>
                <a:lnTo>
                  <a:pt x="6113335" y="6077699"/>
                </a:lnTo>
                <a:lnTo>
                  <a:pt x="6076061" y="6040412"/>
                </a:lnTo>
                <a:lnTo>
                  <a:pt x="6076061" y="6111735"/>
                </a:lnTo>
                <a:lnTo>
                  <a:pt x="5097602" y="7090194"/>
                </a:lnTo>
                <a:lnTo>
                  <a:pt x="5061966" y="7054558"/>
                </a:lnTo>
                <a:lnTo>
                  <a:pt x="5061966" y="7125843"/>
                </a:lnTo>
                <a:lnTo>
                  <a:pt x="4085285" y="8102524"/>
                </a:lnTo>
                <a:lnTo>
                  <a:pt x="4049649" y="8066887"/>
                </a:lnTo>
                <a:lnTo>
                  <a:pt x="4049649" y="8138160"/>
                </a:lnTo>
                <a:lnTo>
                  <a:pt x="3072968" y="9114841"/>
                </a:lnTo>
                <a:lnTo>
                  <a:pt x="2131923" y="8173796"/>
                </a:lnTo>
                <a:lnTo>
                  <a:pt x="1119593" y="7161479"/>
                </a:lnTo>
                <a:lnTo>
                  <a:pt x="1083970" y="7125843"/>
                </a:lnTo>
                <a:lnTo>
                  <a:pt x="1119606" y="7090194"/>
                </a:lnTo>
                <a:lnTo>
                  <a:pt x="2060638" y="6149162"/>
                </a:lnTo>
                <a:lnTo>
                  <a:pt x="4049649" y="8138160"/>
                </a:lnTo>
                <a:lnTo>
                  <a:pt x="4049649" y="8066887"/>
                </a:lnTo>
                <a:lnTo>
                  <a:pt x="2131923" y="6149162"/>
                </a:lnTo>
                <a:lnTo>
                  <a:pt x="2094750" y="6111824"/>
                </a:lnTo>
                <a:lnTo>
                  <a:pt x="2096287" y="6110275"/>
                </a:lnTo>
                <a:lnTo>
                  <a:pt x="2026602" y="6040577"/>
                </a:lnTo>
                <a:lnTo>
                  <a:pt x="2026602" y="6111913"/>
                </a:lnTo>
                <a:lnTo>
                  <a:pt x="2025002" y="6113526"/>
                </a:lnTo>
                <a:lnTo>
                  <a:pt x="1048321" y="7090194"/>
                </a:lnTo>
                <a:lnTo>
                  <a:pt x="70192" y="6111748"/>
                </a:lnTo>
                <a:lnTo>
                  <a:pt x="1048321" y="5133594"/>
                </a:lnTo>
                <a:lnTo>
                  <a:pt x="2026602" y="6111913"/>
                </a:lnTo>
                <a:lnTo>
                  <a:pt x="2026602" y="6040577"/>
                </a:lnTo>
                <a:lnTo>
                  <a:pt x="1119949" y="5133594"/>
                </a:lnTo>
                <a:lnTo>
                  <a:pt x="1083970" y="5097602"/>
                </a:lnTo>
                <a:lnTo>
                  <a:pt x="1119606" y="5061966"/>
                </a:lnTo>
                <a:lnTo>
                  <a:pt x="2060638" y="4121277"/>
                </a:lnTo>
                <a:lnTo>
                  <a:pt x="4051249" y="6111913"/>
                </a:lnTo>
                <a:lnTo>
                  <a:pt x="4049649" y="6113526"/>
                </a:lnTo>
                <a:lnTo>
                  <a:pt x="5061966" y="7125843"/>
                </a:lnTo>
                <a:lnTo>
                  <a:pt x="5061966" y="7054558"/>
                </a:lnTo>
                <a:lnTo>
                  <a:pt x="4119473" y="6111735"/>
                </a:lnTo>
                <a:lnTo>
                  <a:pt x="4156913" y="6074283"/>
                </a:lnTo>
                <a:lnTo>
                  <a:pt x="5097602" y="5133594"/>
                </a:lnTo>
                <a:lnTo>
                  <a:pt x="6076061" y="6111735"/>
                </a:lnTo>
                <a:lnTo>
                  <a:pt x="6076061" y="6040412"/>
                </a:lnTo>
                <a:lnTo>
                  <a:pt x="5169586" y="5133594"/>
                </a:lnTo>
                <a:lnTo>
                  <a:pt x="5133606" y="5097602"/>
                </a:lnTo>
                <a:lnTo>
                  <a:pt x="5169243" y="5061966"/>
                </a:lnTo>
                <a:lnTo>
                  <a:pt x="6113335" y="4117873"/>
                </a:lnTo>
                <a:lnTo>
                  <a:pt x="7093445" y="5097602"/>
                </a:lnTo>
                <a:lnTo>
                  <a:pt x="7093445" y="5026330"/>
                </a:lnTo>
                <a:lnTo>
                  <a:pt x="6152400" y="4085285"/>
                </a:lnTo>
                <a:lnTo>
                  <a:pt x="8141398" y="2096274"/>
                </a:lnTo>
                <a:lnTo>
                  <a:pt x="9118079" y="3072955"/>
                </a:lnTo>
                <a:lnTo>
                  <a:pt x="9118079" y="3001670"/>
                </a:lnTo>
                <a:lnTo>
                  <a:pt x="8212683" y="2096274"/>
                </a:lnTo>
                <a:lnTo>
                  <a:pt x="8105762" y="1989353"/>
                </a:lnTo>
                <a:lnTo>
                  <a:pt x="8105762" y="2060638"/>
                </a:lnTo>
                <a:lnTo>
                  <a:pt x="6113348" y="4052709"/>
                </a:lnTo>
                <a:lnTo>
                  <a:pt x="6110287" y="4049636"/>
                </a:lnTo>
                <a:lnTo>
                  <a:pt x="5097602" y="5061966"/>
                </a:lnTo>
                <a:lnTo>
                  <a:pt x="5061966" y="5026317"/>
                </a:lnTo>
                <a:lnTo>
                  <a:pt x="5061966" y="5097602"/>
                </a:lnTo>
                <a:lnTo>
                  <a:pt x="4085285" y="6074283"/>
                </a:lnTo>
                <a:lnTo>
                  <a:pt x="2132279" y="4121277"/>
                </a:lnTo>
                <a:lnTo>
                  <a:pt x="2096287" y="4085285"/>
                </a:lnTo>
                <a:lnTo>
                  <a:pt x="3072968" y="3108604"/>
                </a:lnTo>
                <a:lnTo>
                  <a:pt x="5061966" y="5097602"/>
                </a:lnTo>
                <a:lnTo>
                  <a:pt x="5061966" y="5026317"/>
                </a:lnTo>
                <a:lnTo>
                  <a:pt x="4121289" y="4085285"/>
                </a:lnTo>
                <a:lnTo>
                  <a:pt x="4156926" y="4049636"/>
                </a:lnTo>
                <a:lnTo>
                  <a:pt x="6113500" y="2093061"/>
                </a:lnTo>
                <a:lnTo>
                  <a:pt x="6116764" y="2096274"/>
                </a:lnTo>
                <a:lnTo>
                  <a:pt x="7129081" y="1083957"/>
                </a:lnTo>
                <a:lnTo>
                  <a:pt x="8105762" y="2060638"/>
                </a:lnTo>
                <a:lnTo>
                  <a:pt x="8105762" y="1989353"/>
                </a:lnTo>
                <a:lnTo>
                  <a:pt x="7200366" y="1083957"/>
                </a:lnTo>
                <a:lnTo>
                  <a:pt x="7164730" y="1048321"/>
                </a:lnTo>
                <a:lnTo>
                  <a:pt x="7200354" y="1012685"/>
                </a:lnTo>
                <a:lnTo>
                  <a:pt x="8141398" y="71640"/>
                </a:lnTo>
                <a:lnTo>
                  <a:pt x="10130409" y="2060638"/>
                </a:lnTo>
                <a:lnTo>
                  <a:pt x="10130409" y="1989366"/>
                </a:lnTo>
                <a:lnTo>
                  <a:pt x="8212683" y="71640"/>
                </a:lnTo>
                <a:lnTo>
                  <a:pt x="8141398" y="0"/>
                </a:lnTo>
                <a:lnTo>
                  <a:pt x="8105762" y="36004"/>
                </a:lnTo>
                <a:lnTo>
                  <a:pt x="7129081" y="1012685"/>
                </a:lnTo>
                <a:lnTo>
                  <a:pt x="7093445" y="977036"/>
                </a:lnTo>
                <a:lnTo>
                  <a:pt x="7093445" y="1048321"/>
                </a:lnTo>
                <a:lnTo>
                  <a:pt x="6113335" y="2028063"/>
                </a:lnTo>
                <a:lnTo>
                  <a:pt x="6074283" y="1989010"/>
                </a:lnTo>
                <a:lnTo>
                  <a:pt x="6074283" y="2060638"/>
                </a:lnTo>
                <a:lnTo>
                  <a:pt x="4085285" y="4049636"/>
                </a:lnTo>
                <a:lnTo>
                  <a:pt x="3144253" y="3108604"/>
                </a:lnTo>
                <a:lnTo>
                  <a:pt x="3108604" y="3072955"/>
                </a:lnTo>
                <a:lnTo>
                  <a:pt x="3144228" y="3037319"/>
                </a:lnTo>
                <a:lnTo>
                  <a:pt x="4085285" y="2096274"/>
                </a:lnTo>
                <a:lnTo>
                  <a:pt x="4121289" y="2060638"/>
                </a:lnTo>
                <a:lnTo>
                  <a:pt x="4156900" y="2025002"/>
                </a:lnTo>
                <a:lnTo>
                  <a:pt x="5097602" y="1083957"/>
                </a:lnTo>
                <a:lnTo>
                  <a:pt x="6074283" y="2060638"/>
                </a:lnTo>
                <a:lnTo>
                  <a:pt x="6074283" y="1989010"/>
                </a:lnTo>
                <a:lnTo>
                  <a:pt x="5169243" y="1083957"/>
                </a:lnTo>
                <a:lnTo>
                  <a:pt x="5133606" y="1048321"/>
                </a:lnTo>
                <a:lnTo>
                  <a:pt x="5169243" y="1012685"/>
                </a:lnTo>
                <a:lnTo>
                  <a:pt x="6113335" y="68592"/>
                </a:lnTo>
                <a:lnTo>
                  <a:pt x="7093445" y="1048321"/>
                </a:lnTo>
                <a:lnTo>
                  <a:pt x="7093445" y="977036"/>
                </a:lnTo>
                <a:lnTo>
                  <a:pt x="6116764" y="0"/>
                </a:lnTo>
                <a:lnTo>
                  <a:pt x="6113500" y="3263"/>
                </a:lnTo>
                <a:lnTo>
                  <a:pt x="6110287" y="0"/>
                </a:lnTo>
                <a:lnTo>
                  <a:pt x="5097602" y="1012685"/>
                </a:lnTo>
                <a:lnTo>
                  <a:pt x="4085285" y="0"/>
                </a:lnTo>
                <a:lnTo>
                  <a:pt x="4049649" y="36004"/>
                </a:lnTo>
                <a:lnTo>
                  <a:pt x="5061966" y="1048321"/>
                </a:lnTo>
                <a:lnTo>
                  <a:pt x="4085285" y="2025002"/>
                </a:lnTo>
                <a:lnTo>
                  <a:pt x="4049649" y="1989366"/>
                </a:lnTo>
                <a:lnTo>
                  <a:pt x="4049649" y="2060638"/>
                </a:lnTo>
                <a:lnTo>
                  <a:pt x="3072968" y="3037319"/>
                </a:lnTo>
                <a:lnTo>
                  <a:pt x="3037319" y="3001683"/>
                </a:lnTo>
                <a:lnTo>
                  <a:pt x="3037319" y="3072955"/>
                </a:lnTo>
                <a:lnTo>
                  <a:pt x="1048321" y="5061966"/>
                </a:lnTo>
                <a:lnTo>
                  <a:pt x="71640" y="4085285"/>
                </a:lnTo>
                <a:lnTo>
                  <a:pt x="2060638" y="2096274"/>
                </a:lnTo>
                <a:lnTo>
                  <a:pt x="3037319" y="3072955"/>
                </a:lnTo>
                <a:lnTo>
                  <a:pt x="3037319" y="3001683"/>
                </a:lnTo>
                <a:lnTo>
                  <a:pt x="2131911" y="2096274"/>
                </a:lnTo>
                <a:lnTo>
                  <a:pt x="1119606" y="1083957"/>
                </a:lnTo>
                <a:lnTo>
                  <a:pt x="1083970" y="1048321"/>
                </a:lnTo>
                <a:lnTo>
                  <a:pt x="1119593" y="1012685"/>
                </a:lnTo>
                <a:lnTo>
                  <a:pt x="2060638" y="71640"/>
                </a:lnTo>
                <a:lnTo>
                  <a:pt x="4049649" y="2060638"/>
                </a:lnTo>
                <a:lnTo>
                  <a:pt x="4049649" y="1989366"/>
                </a:lnTo>
                <a:lnTo>
                  <a:pt x="2131923" y="71640"/>
                </a:lnTo>
                <a:lnTo>
                  <a:pt x="2060638" y="0"/>
                </a:lnTo>
                <a:lnTo>
                  <a:pt x="2025002" y="36004"/>
                </a:lnTo>
                <a:lnTo>
                  <a:pt x="1048321" y="1012685"/>
                </a:lnTo>
                <a:lnTo>
                  <a:pt x="35991" y="0"/>
                </a:lnTo>
                <a:lnTo>
                  <a:pt x="0" y="36004"/>
                </a:lnTo>
                <a:lnTo>
                  <a:pt x="1012685" y="1048321"/>
                </a:lnTo>
                <a:lnTo>
                  <a:pt x="0" y="2060638"/>
                </a:lnTo>
                <a:lnTo>
                  <a:pt x="36004" y="2096274"/>
                </a:lnTo>
                <a:lnTo>
                  <a:pt x="1048321" y="1083957"/>
                </a:lnTo>
                <a:lnTo>
                  <a:pt x="2025002" y="2060638"/>
                </a:lnTo>
                <a:lnTo>
                  <a:pt x="0" y="4085285"/>
                </a:lnTo>
                <a:lnTo>
                  <a:pt x="1012685" y="5097602"/>
                </a:lnTo>
                <a:lnTo>
                  <a:pt x="0" y="6110275"/>
                </a:lnTo>
                <a:lnTo>
                  <a:pt x="2159" y="6112421"/>
                </a:lnTo>
                <a:lnTo>
                  <a:pt x="2159" y="6115685"/>
                </a:lnTo>
                <a:lnTo>
                  <a:pt x="1012685" y="7125843"/>
                </a:lnTo>
                <a:lnTo>
                  <a:pt x="2159" y="8136014"/>
                </a:lnTo>
                <a:lnTo>
                  <a:pt x="2159" y="8140306"/>
                </a:lnTo>
                <a:lnTo>
                  <a:pt x="36004" y="8173796"/>
                </a:lnTo>
                <a:lnTo>
                  <a:pt x="1048321" y="7161479"/>
                </a:lnTo>
                <a:lnTo>
                  <a:pt x="2025002" y="8138160"/>
                </a:lnTo>
                <a:lnTo>
                  <a:pt x="708837" y="9454337"/>
                </a:lnTo>
                <a:lnTo>
                  <a:pt x="780097" y="9454337"/>
                </a:lnTo>
                <a:lnTo>
                  <a:pt x="2060638" y="8173796"/>
                </a:lnTo>
                <a:lnTo>
                  <a:pt x="3037319" y="9150477"/>
                </a:lnTo>
                <a:lnTo>
                  <a:pt x="2733459" y="9454337"/>
                </a:lnTo>
                <a:lnTo>
                  <a:pt x="2804757" y="9454337"/>
                </a:lnTo>
                <a:lnTo>
                  <a:pt x="3072968" y="9186126"/>
                </a:lnTo>
                <a:lnTo>
                  <a:pt x="3341065" y="9454337"/>
                </a:lnTo>
                <a:lnTo>
                  <a:pt x="3412452" y="9454337"/>
                </a:lnTo>
                <a:lnTo>
                  <a:pt x="3144240" y="9186126"/>
                </a:lnTo>
                <a:lnTo>
                  <a:pt x="3108604" y="9150477"/>
                </a:lnTo>
                <a:lnTo>
                  <a:pt x="3144240" y="9114841"/>
                </a:lnTo>
                <a:lnTo>
                  <a:pt x="4085285" y="8173796"/>
                </a:lnTo>
                <a:lnTo>
                  <a:pt x="4121289" y="8138160"/>
                </a:lnTo>
                <a:lnTo>
                  <a:pt x="4156900" y="8102524"/>
                </a:lnTo>
                <a:lnTo>
                  <a:pt x="5097602" y="7161479"/>
                </a:lnTo>
                <a:lnTo>
                  <a:pt x="6074283" y="8138160"/>
                </a:lnTo>
                <a:lnTo>
                  <a:pt x="4758118" y="9454337"/>
                </a:lnTo>
                <a:lnTo>
                  <a:pt x="4829759" y="9454337"/>
                </a:lnTo>
                <a:lnTo>
                  <a:pt x="6113500" y="8170583"/>
                </a:lnTo>
                <a:lnTo>
                  <a:pt x="6116764" y="8173796"/>
                </a:lnTo>
                <a:lnTo>
                  <a:pt x="7129081" y="7161479"/>
                </a:lnTo>
                <a:lnTo>
                  <a:pt x="8105762" y="8138160"/>
                </a:lnTo>
                <a:lnTo>
                  <a:pt x="6789598" y="9454337"/>
                </a:lnTo>
                <a:lnTo>
                  <a:pt x="6860857" y="9454337"/>
                </a:lnTo>
                <a:lnTo>
                  <a:pt x="8141398" y="8173796"/>
                </a:lnTo>
                <a:lnTo>
                  <a:pt x="9118079" y="9150477"/>
                </a:lnTo>
                <a:lnTo>
                  <a:pt x="8814232" y="9454337"/>
                </a:lnTo>
                <a:lnTo>
                  <a:pt x="8885517" y="9454337"/>
                </a:lnTo>
                <a:lnTo>
                  <a:pt x="9153728" y="9186126"/>
                </a:lnTo>
                <a:lnTo>
                  <a:pt x="9421825" y="9454337"/>
                </a:lnTo>
                <a:lnTo>
                  <a:pt x="9493212" y="9454337"/>
                </a:lnTo>
                <a:lnTo>
                  <a:pt x="9225013" y="9186126"/>
                </a:lnTo>
                <a:lnTo>
                  <a:pt x="9189364" y="9150477"/>
                </a:lnTo>
                <a:lnTo>
                  <a:pt x="9225001" y="9114841"/>
                </a:lnTo>
                <a:lnTo>
                  <a:pt x="10166045" y="8173796"/>
                </a:lnTo>
                <a:lnTo>
                  <a:pt x="10202050" y="8138160"/>
                </a:lnTo>
                <a:lnTo>
                  <a:pt x="10237660" y="8102524"/>
                </a:lnTo>
                <a:lnTo>
                  <a:pt x="11178362" y="7161479"/>
                </a:lnTo>
                <a:lnTo>
                  <a:pt x="12155043" y="8138160"/>
                </a:lnTo>
                <a:lnTo>
                  <a:pt x="10838879" y="9454337"/>
                </a:lnTo>
                <a:lnTo>
                  <a:pt x="10910519" y="9454337"/>
                </a:lnTo>
                <a:lnTo>
                  <a:pt x="12165254" y="8199590"/>
                </a:lnTo>
                <a:lnTo>
                  <a:pt x="12175211" y="8209445"/>
                </a:lnTo>
                <a:lnTo>
                  <a:pt x="13187528" y="7197115"/>
                </a:lnTo>
                <a:lnTo>
                  <a:pt x="14164209" y="8173796"/>
                </a:lnTo>
                <a:lnTo>
                  <a:pt x="12883680" y="9454337"/>
                </a:lnTo>
                <a:lnTo>
                  <a:pt x="12954965" y="9454337"/>
                </a:lnTo>
                <a:lnTo>
                  <a:pt x="14199845" y="8209445"/>
                </a:lnTo>
                <a:lnTo>
                  <a:pt x="15176526" y="9186126"/>
                </a:lnTo>
                <a:lnTo>
                  <a:pt x="14908314" y="9454337"/>
                </a:lnTo>
                <a:lnTo>
                  <a:pt x="14979599" y="9454337"/>
                </a:lnTo>
                <a:lnTo>
                  <a:pt x="15212162" y="9221762"/>
                </a:lnTo>
                <a:lnTo>
                  <a:pt x="15444635" y="9454337"/>
                </a:lnTo>
                <a:lnTo>
                  <a:pt x="15516009" y="9454337"/>
                </a:lnTo>
                <a:lnTo>
                  <a:pt x="15283447" y="9221762"/>
                </a:lnTo>
                <a:lnTo>
                  <a:pt x="15247811" y="9186126"/>
                </a:lnTo>
                <a:lnTo>
                  <a:pt x="15283447" y="9150477"/>
                </a:lnTo>
                <a:lnTo>
                  <a:pt x="16296094" y="8138160"/>
                </a:lnTo>
                <a:lnTo>
                  <a:pt x="17236809" y="7197115"/>
                </a:lnTo>
                <a:lnTo>
                  <a:pt x="18213477" y="8173796"/>
                </a:lnTo>
                <a:lnTo>
                  <a:pt x="18213477" y="8102155"/>
                </a:lnTo>
                <a:lnTo>
                  <a:pt x="17308437" y="7197115"/>
                </a:lnTo>
                <a:lnTo>
                  <a:pt x="17272800" y="7161479"/>
                </a:lnTo>
                <a:lnTo>
                  <a:pt x="17308437" y="7125843"/>
                </a:lnTo>
                <a:lnTo>
                  <a:pt x="18213477" y="6220815"/>
                </a:lnTo>
                <a:lnTo>
                  <a:pt x="18213477" y="6149175"/>
                </a:lnTo>
                <a:lnTo>
                  <a:pt x="17236809" y="7125843"/>
                </a:lnTo>
                <a:lnTo>
                  <a:pt x="17201160" y="7090194"/>
                </a:lnTo>
                <a:lnTo>
                  <a:pt x="17201160" y="7161479"/>
                </a:lnTo>
                <a:lnTo>
                  <a:pt x="16224479" y="8138160"/>
                </a:lnTo>
                <a:lnTo>
                  <a:pt x="16188843" y="8102524"/>
                </a:lnTo>
                <a:lnTo>
                  <a:pt x="16188843" y="8173796"/>
                </a:lnTo>
                <a:lnTo>
                  <a:pt x="15212162" y="9150477"/>
                </a:lnTo>
                <a:lnTo>
                  <a:pt x="14271130" y="8209445"/>
                </a:lnTo>
                <a:lnTo>
                  <a:pt x="13258800" y="7197115"/>
                </a:lnTo>
                <a:lnTo>
                  <a:pt x="13223151" y="7161479"/>
                </a:lnTo>
                <a:lnTo>
                  <a:pt x="13258800" y="7125843"/>
                </a:lnTo>
                <a:lnTo>
                  <a:pt x="14199845" y="6184798"/>
                </a:lnTo>
                <a:lnTo>
                  <a:pt x="16188843" y="8173796"/>
                </a:lnTo>
                <a:lnTo>
                  <a:pt x="16188843" y="8102524"/>
                </a:lnTo>
                <a:lnTo>
                  <a:pt x="14271117" y="6184798"/>
                </a:lnTo>
                <a:lnTo>
                  <a:pt x="14235481" y="6149175"/>
                </a:lnTo>
                <a:lnTo>
                  <a:pt x="14233678" y="6147371"/>
                </a:lnTo>
                <a:lnTo>
                  <a:pt x="14235481" y="6145568"/>
                </a:lnTo>
                <a:lnTo>
                  <a:pt x="14165987" y="6076061"/>
                </a:lnTo>
                <a:lnTo>
                  <a:pt x="14165987" y="6147359"/>
                </a:lnTo>
                <a:lnTo>
                  <a:pt x="14164196" y="6149175"/>
                </a:lnTo>
                <a:lnTo>
                  <a:pt x="13187528" y="7125843"/>
                </a:lnTo>
                <a:lnTo>
                  <a:pt x="13151879" y="7090194"/>
                </a:lnTo>
                <a:lnTo>
                  <a:pt x="13151879" y="7161479"/>
                </a:lnTo>
                <a:lnTo>
                  <a:pt x="12200776" y="8112265"/>
                </a:lnTo>
                <a:lnTo>
                  <a:pt x="11249990" y="7161479"/>
                </a:lnTo>
                <a:lnTo>
                  <a:pt x="11214367" y="7125843"/>
                </a:lnTo>
                <a:lnTo>
                  <a:pt x="11250016" y="7090194"/>
                </a:lnTo>
                <a:lnTo>
                  <a:pt x="12165127" y="6175083"/>
                </a:lnTo>
                <a:lnTo>
                  <a:pt x="13151879" y="7161479"/>
                </a:lnTo>
                <a:lnTo>
                  <a:pt x="13151879" y="7090194"/>
                </a:lnTo>
                <a:lnTo>
                  <a:pt x="12209221" y="6147193"/>
                </a:lnTo>
                <a:lnTo>
                  <a:pt x="13187528" y="5168874"/>
                </a:lnTo>
                <a:lnTo>
                  <a:pt x="14165987" y="6147359"/>
                </a:lnTo>
                <a:lnTo>
                  <a:pt x="14165987" y="6076061"/>
                </a:lnTo>
                <a:lnTo>
                  <a:pt x="13259143" y="5168874"/>
                </a:lnTo>
                <a:lnTo>
                  <a:pt x="13223151" y="5132883"/>
                </a:lnTo>
                <a:lnTo>
                  <a:pt x="13258826" y="5097234"/>
                </a:lnTo>
                <a:lnTo>
                  <a:pt x="14199845" y="4156557"/>
                </a:lnTo>
                <a:lnTo>
                  <a:pt x="16190633" y="6147371"/>
                </a:lnTo>
                <a:lnTo>
                  <a:pt x="16188843" y="6149175"/>
                </a:lnTo>
                <a:lnTo>
                  <a:pt x="17201160" y="7161479"/>
                </a:lnTo>
                <a:lnTo>
                  <a:pt x="17201160" y="7090194"/>
                </a:lnTo>
                <a:lnTo>
                  <a:pt x="16258489" y="6147193"/>
                </a:lnTo>
                <a:lnTo>
                  <a:pt x="16296120" y="6109563"/>
                </a:lnTo>
                <a:lnTo>
                  <a:pt x="17236809" y="5168874"/>
                </a:lnTo>
                <a:lnTo>
                  <a:pt x="18213477" y="6145200"/>
                </a:lnTo>
                <a:lnTo>
                  <a:pt x="18213477" y="6073889"/>
                </a:lnTo>
                <a:lnTo>
                  <a:pt x="17308780" y="5168874"/>
                </a:lnTo>
                <a:lnTo>
                  <a:pt x="17272800" y="5132883"/>
                </a:lnTo>
                <a:lnTo>
                  <a:pt x="17308449" y="5097234"/>
                </a:lnTo>
                <a:lnTo>
                  <a:pt x="18213477" y="4192206"/>
                </a:lnTo>
                <a:lnTo>
                  <a:pt x="18213477" y="4120921"/>
                </a:lnTo>
                <a:lnTo>
                  <a:pt x="17236809" y="5097234"/>
                </a:lnTo>
                <a:lnTo>
                  <a:pt x="17201160" y="5061585"/>
                </a:lnTo>
                <a:lnTo>
                  <a:pt x="17201160" y="5132883"/>
                </a:lnTo>
                <a:lnTo>
                  <a:pt x="16224479" y="6109563"/>
                </a:lnTo>
                <a:lnTo>
                  <a:pt x="14271473" y="4156557"/>
                </a:lnTo>
                <a:lnTo>
                  <a:pt x="14235481" y="4120565"/>
                </a:lnTo>
                <a:lnTo>
                  <a:pt x="15212162" y="3143885"/>
                </a:lnTo>
                <a:lnTo>
                  <a:pt x="17201160" y="5132883"/>
                </a:lnTo>
                <a:lnTo>
                  <a:pt x="17201160" y="5061585"/>
                </a:lnTo>
                <a:lnTo>
                  <a:pt x="16260483" y="4120565"/>
                </a:lnTo>
                <a:lnTo>
                  <a:pt x="16296120" y="4084917"/>
                </a:lnTo>
                <a:lnTo>
                  <a:pt x="18213477" y="2167572"/>
                </a:lnTo>
                <a:lnTo>
                  <a:pt x="18213477" y="2095919"/>
                </a:lnTo>
                <a:lnTo>
                  <a:pt x="16224479" y="4084917"/>
                </a:lnTo>
                <a:lnTo>
                  <a:pt x="15283447" y="3143885"/>
                </a:lnTo>
                <a:lnTo>
                  <a:pt x="15247811" y="3108236"/>
                </a:lnTo>
                <a:lnTo>
                  <a:pt x="15283434" y="3072600"/>
                </a:lnTo>
                <a:lnTo>
                  <a:pt x="16224479" y="2131555"/>
                </a:lnTo>
                <a:lnTo>
                  <a:pt x="16260483" y="2095919"/>
                </a:lnTo>
                <a:lnTo>
                  <a:pt x="16296094" y="2060282"/>
                </a:lnTo>
                <a:lnTo>
                  <a:pt x="17236809" y="1119238"/>
                </a:lnTo>
                <a:lnTo>
                  <a:pt x="18213477" y="2095919"/>
                </a:lnTo>
                <a:lnTo>
                  <a:pt x="18213477" y="2024278"/>
                </a:lnTo>
                <a:lnTo>
                  <a:pt x="17308437" y="1119238"/>
                </a:lnTo>
                <a:lnTo>
                  <a:pt x="17272800" y="1083602"/>
                </a:lnTo>
                <a:lnTo>
                  <a:pt x="17308437" y="1047965"/>
                </a:lnTo>
                <a:lnTo>
                  <a:pt x="18213477" y="142938"/>
                </a:lnTo>
                <a:lnTo>
                  <a:pt x="18213477" y="71297"/>
                </a:lnTo>
                <a:close/>
              </a:path>
            </a:pathLst>
          </a:custGeom>
          <a:solidFill>
            <a:srgbClr val="EBF1FD">
              <a:alpha val="50000"/>
            </a:srgbClr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" name="bg object 17"/>
          <p:cNvSpPr/>
          <p:nvPr/>
        </p:nvSpPr>
        <p:spPr bwMode="auto">
          <a:xfrm>
            <a:off x="-355" y="9761766"/>
            <a:ext cx="5173980" cy="525145"/>
          </a:xfrm>
          <a:custGeom>
            <a:avLst/>
            <a:gdLst/>
            <a:ahLst/>
            <a:cxnLst/>
            <a:rect l="l" t="t" r="r" b="b"/>
            <a:pathLst>
              <a:path w="5173980" h="525145" fill="norm" stroke="1" extrusionOk="0">
                <a:moveTo>
                  <a:pt x="5173560" y="0"/>
                </a:moveTo>
                <a:lnTo>
                  <a:pt x="362877" y="0"/>
                </a:lnTo>
                <a:lnTo>
                  <a:pt x="0" y="524878"/>
                </a:lnTo>
                <a:lnTo>
                  <a:pt x="5173560" y="524878"/>
                </a:lnTo>
                <a:lnTo>
                  <a:pt x="5173560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" name="bg object 18"/>
          <p:cNvSpPr/>
          <p:nvPr/>
        </p:nvSpPr>
        <p:spPr bwMode="auto">
          <a:xfrm>
            <a:off x="1004404" y="9196920"/>
            <a:ext cx="4169410" cy="525145"/>
          </a:xfrm>
          <a:custGeom>
            <a:avLst/>
            <a:gdLst/>
            <a:ahLst/>
            <a:cxnLst/>
            <a:rect l="l" t="t" r="r" b="b"/>
            <a:pathLst>
              <a:path w="4169410" h="525145" fill="norm" stroke="1" extrusionOk="0">
                <a:moveTo>
                  <a:pt x="4168800" y="0"/>
                </a:moveTo>
                <a:lnTo>
                  <a:pt x="362877" y="0"/>
                </a:lnTo>
                <a:lnTo>
                  <a:pt x="0" y="524878"/>
                </a:lnTo>
                <a:lnTo>
                  <a:pt x="4168800" y="524878"/>
                </a:lnTo>
                <a:lnTo>
                  <a:pt x="4168800" y="0"/>
                </a:lnTo>
                <a:close/>
              </a:path>
            </a:pathLst>
          </a:custGeom>
          <a:solidFill>
            <a:srgbClr val="0360D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" name="bg object 19"/>
          <p:cNvSpPr/>
          <p:nvPr/>
        </p:nvSpPr>
        <p:spPr bwMode="auto">
          <a:xfrm>
            <a:off x="1830603" y="8618397"/>
            <a:ext cx="3342640" cy="525145"/>
          </a:xfrm>
          <a:custGeom>
            <a:avLst/>
            <a:gdLst/>
            <a:ahLst/>
            <a:cxnLst/>
            <a:rect l="l" t="t" r="r" b="b"/>
            <a:pathLst>
              <a:path w="3342640" h="525145" fill="norm" stroke="1" extrusionOk="0">
                <a:moveTo>
                  <a:pt x="594360" y="0"/>
                </a:moveTo>
                <a:lnTo>
                  <a:pt x="366115" y="0"/>
                </a:lnTo>
                <a:lnTo>
                  <a:pt x="0" y="524878"/>
                </a:lnTo>
                <a:lnTo>
                  <a:pt x="228600" y="524878"/>
                </a:lnTo>
                <a:lnTo>
                  <a:pt x="594360" y="0"/>
                </a:lnTo>
                <a:close/>
              </a:path>
              <a:path w="3342640" h="525145" fill="norm" stroke="1" extrusionOk="0">
                <a:moveTo>
                  <a:pt x="979551" y="0"/>
                </a:moveTo>
                <a:lnTo>
                  <a:pt x="751319" y="0"/>
                </a:lnTo>
                <a:lnTo>
                  <a:pt x="385559" y="524878"/>
                </a:lnTo>
                <a:lnTo>
                  <a:pt x="613791" y="524878"/>
                </a:lnTo>
                <a:lnTo>
                  <a:pt x="979551" y="0"/>
                </a:lnTo>
                <a:close/>
              </a:path>
              <a:path w="3342640" h="525145" fill="norm" stroke="1" extrusionOk="0">
                <a:moveTo>
                  <a:pt x="3342602" y="0"/>
                </a:moveTo>
                <a:lnTo>
                  <a:pt x="1105560" y="0"/>
                </a:lnTo>
                <a:lnTo>
                  <a:pt x="742670" y="524878"/>
                </a:lnTo>
                <a:lnTo>
                  <a:pt x="3342602" y="524878"/>
                </a:lnTo>
                <a:lnTo>
                  <a:pt x="3342602" y="0"/>
                </a:lnTo>
                <a:close/>
              </a:path>
            </a:pathLst>
          </a:custGeom>
          <a:solidFill>
            <a:srgbClr val="036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 bwMode="auto">
          <a:xfrm>
            <a:off x="0" y="12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 fill="norm" stroke="1" extrusionOk="0">
                <a:moveTo>
                  <a:pt x="18282958" y="1106627"/>
                </a:moveTo>
                <a:lnTo>
                  <a:pt x="18211318" y="1034986"/>
                </a:lnTo>
                <a:lnTo>
                  <a:pt x="18211318" y="1106627"/>
                </a:lnTo>
                <a:lnTo>
                  <a:pt x="16222320" y="3095625"/>
                </a:lnTo>
                <a:lnTo>
                  <a:pt x="15281288" y="2154593"/>
                </a:lnTo>
                <a:lnTo>
                  <a:pt x="15245639" y="2118944"/>
                </a:lnTo>
                <a:lnTo>
                  <a:pt x="15281275" y="2083308"/>
                </a:lnTo>
                <a:lnTo>
                  <a:pt x="16222320" y="1142263"/>
                </a:lnTo>
                <a:lnTo>
                  <a:pt x="16258324" y="1106627"/>
                </a:lnTo>
                <a:lnTo>
                  <a:pt x="16293935" y="1070991"/>
                </a:lnTo>
                <a:lnTo>
                  <a:pt x="17234637" y="129946"/>
                </a:lnTo>
                <a:lnTo>
                  <a:pt x="18211318" y="1106627"/>
                </a:lnTo>
                <a:lnTo>
                  <a:pt x="18211318" y="1034986"/>
                </a:lnTo>
                <a:lnTo>
                  <a:pt x="17306278" y="129946"/>
                </a:lnTo>
                <a:lnTo>
                  <a:pt x="17270641" y="94310"/>
                </a:lnTo>
                <a:lnTo>
                  <a:pt x="17306290" y="58661"/>
                </a:lnTo>
                <a:lnTo>
                  <a:pt x="17364952" y="0"/>
                </a:lnTo>
                <a:lnTo>
                  <a:pt x="17293298" y="0"/>
                </a:lnTo>
                <a:lnTo>
                  <a:pt x="17234637" y="58661"/>
                </a:lnTo>
                <a:lnTo>
                  <a:pt x="17175988" y="0"/>
                </a:lnTo>
                <a:lnTo>
                  <a:pt x="17104691" y="0"/>
                </a:lnTo>
                <a:lnTo>
                  <a:pt x="17199001" y="94310"/>
                </a:lnTo>
                <a:lnTo>
                  <a:pt x="16222320" y="1070991"/>
                </a:lnTo>
                <a:lnTo>
                  <a:pt x="15151316" y="0"/>
                </a:lnTo>
                <a:lnTo>
                  <a:pt x="15080056" y="0"/>
                </a:lnTo>
                <a:lnTo>
                  <a:pt x="16186684" y="1106627"/>
                </a:lnTo>
                <a:lnTo>
                  <a:pt x="15210003" y="2083308"/>
                </a:lnTo>
                <a:lnTo>
                  <a:pt x="15174354" y="2047671"/>
                </a:lnTo>
                <a:lnTo>
                  <a:pt x="15174354" y="2118944"/>
                </a:lnTo>
                <a:lnTo>
                  <a:pt x="13185356" y="4107942"/>
                </a:lnTo>
                <a:lnTo>
                  <a:pt x="13149720" y="4072305"/>
                </a:lnTo>
                <a:lnTo>
                  <a:pt x="13149720" y="4143591"/>
                </a:lnTo>
                <a:lnTo>
                  <a:pt x="12198604" y="5094706"/>
                </a:lnTo>
                <a:lnTo>
                  <a:pt x="12154662" y="5050752"/>
                </a:lnTo>
                <a:lnTo>
                  <a:pt x="12154662" y="5122075"/>
                </a:lnTo>
                <a:lnTo>
                  <a:pt x="11176203" y="6100546"/>
                </a:lnTo>
                <a:lnTo>
                  <a:pt x="11140554" y="6064897"/>
                </a:lnTo>
                <a:lnTo>
                  <a:pt x="11140554" y="6136183"/>
                </a:lnTo>
                <a:lnTo>
                  <a:pt x="10163886" y="7112863"/>
                </a:lnTo>
                <a:lnTo>
                  <a:pt x="10128237" y="7077227"/>
                </a:lnTo>
                <a:lnTo>
                  <a:pt x="10128237" y="7148512"/>
                </a:lnTo>
                <a:lnTo>
                  <a:pt x="9151556" y="8125193"/>
                </a:lnTo>
                <a:lnTo>
                  <a:pt x="9115920" y="8089557"/>
                </a:lnTo>
                <a:lnTo>
                  <a:pt x="9115920" y="8160829"/>
                </a:lnTo>
                <a:lnTo>
                  <a:pt x="7126922" y="10149827"/>
                </a:lnTo>
                <a:lnTo>
                  <a:pt x="6150241" y="9173146"/>
                </a:lnTo>
                <a:lnTo>
                  <a:pt x="8139239" y="7184149"/>
                </a:lnTo>
                <a:lnTo>
                  <a:pt x="9115920" y="8160829"/>
                </a:lnTo>
                <a:lnTo>
                  <a:pt x="9115920" y="8089557"/>
                </a:lnTo>
                <a:lnTo>
                  <a:pt x="8210512" y="7184149"/>
                </a:lnTo>
                <a:lnTo>
                  <a:pt x="8103603" y="7077240"/>
                </a:lnTo>
                <a:lnTo>
                  <a:pt x="8103603" y="7148512"/>
                </a:lnTo>
                <a:lnTo>
                  <a:pt x="6114605" y="9137510"/>
                </a:lnTo>
                <a:lnTo>
                  <a:pt x="6111341" y="9140749"/>
                </a:lnTo>
                <a:lnTo>
                  <a:pt x="6108116" y="9137510"/>
                </a:lnTo>
                <a:lnTo>
                  <a:pt x="5095456" y="10149827"/>
                </a:lnTo>
                <a:lnTo>
                  <a:pt x="4119118" y="9173146"/>
                </a:lnTo>
                <a:lnTo>
                  <a:pt x="4154754" y="9137510"/>
                </a:lnTo>
                <a:lnTo>
                  <a:pt x="6111341" y="7180935"/>
                </a:lnTo>
                <a:lnTo>
                  <a:pt x="6114605" y="7184149"/>
                </a:lnTo>
                <a:lnTo>
                  <a:pt x="7126922" y="6171831"/>
                </a:lnTo>
                <a:lnTo>
                  <a:pt x="8103603" y="7148512"/>
                </a:lnTo>
                <a:lnTo>
                  <a:pt x="8103603" y="7077240"/>
                </a:lnTo>
                <a:lnTo>
                  <a:pt x="7198195" y="6171831"/>
                </a:lnTo>
                <a:lnTo>
                  <a:pt x="7162559" y="6136183"/>
                </a:lnTo>
                <a:lnTo>
                  <a:pt x="7198195" y="6100546"/>
                </a:lnTo>
                <a:lnTo>
                  <a:pt x="8139239" y="5159502"/>
                </a:lnTo>
                <a:lnTo>
                  <a:pt x="10128237" y="7148512"/>
                </a:lnTo>
                <a:lnTo>
                  <a:pt x="10128237" y="7077227"/>
                </a:lnTo>
                <a:lnTo>
                  <a:pt x="8210512" y="5159502"/>
                </a:lnTo>
                <a:lnTo>
                  <a:pt x="8174876" y="5123866"/>
                </a:lnTo>
                <a:lnTo>
                  <a:pt x="8173263" y="5122240"/>
                </a:lnTo>
                <a:lnTo>
                  <a:pt x="8174876" y="5120627"/>
                </a:lnTo>
                <a:lnTo>
                  <a:pt x="8105203" y="5050942"/>
                </a:lnTo>
                <a:lnTo>
                  <a:pt x="8105203" y="5122240"/>
                </a:lnTo>
                <a:lnTo>
                  <a:pt x="8103603" y="5123866"/>
                </a:lnTo>
                <a:lnTo>
                  <a:pt x="7126922" y="6100546"/>
                </a:lnTo>
                <a:lnTo>
                  <a:pt x="7091286" y="6064910"/>
                </a:lnTo>
                <a:lnTo>
                  <a:pt x="7091286" y="6136183"/>
                </a:lnTo>
                <a:lnTo>
                  <a:pt x="6111189" y="7115950"/>
                </a:lnTo>
                <a:lnTo>
                  <a:pt x="6072124" y="7076884"/>
                </a:lnTo>
                <a:lnTo>
                  <a:pt x="6072124" y="7148512"/>
                </a:lnTo>
                <a:lnTo>
                  <a:pt x="4083126" y="9137510"/>
                </a:lnTo>
                <a:lnTo>
                  <a:pt x="3142081" y="8196466"/>
                </a:lnTo>
                <a:lnTo>
                  <a:pt x="3106445" y="8160829"/>
                </a:lnTo>
                <a:lnTo>
                  <a:pt x="3142081" y="8125193"/>
                </a:lnTo>
                <a:lnTo>
                  <a:pt x="4154741" y="7112863"/>
                </a:lnTo>
                <a:lnTo>
                  <a:pt x="5095443" y="6171831"/>
                </a:lnTo>
                <a:lnTo>
                  <a:pt x="6072124" y="7148512"/>
                </a:lnTo>
                <a:lnTo>
                  <a:pt x="6072124" y="7076884"/>
                </a:lnTo>
                <a:lnTo>
                  <a:pt x="5167084" y="6171831"/>
                </a:lnTo>
                <a:lnTo>
                  <a:pt x="5131435" y="6136183"/>
                </a:lnTo>
                <a:lnTo>
                  <a:pt x="5167071" y="6100546"/>
                </a:lnTo>
                <a:lnTo>
                  <a:pt x="6111176" y="5156454"/>
                </a:lnTo>
                <a:lnTo>
                  <a:pt x="7091286" y="6136183"/>
                </a:lnTo>
                <a:lnTo>
                  <a:pt x="7091286" y="6064910"/>
                </a:lnTo>
                <a:lnTo>
                  <a:pt x="6148794" y="5122075"/>
                </a:lnTo>
                <a:lnTo>
                  <a:pt x="7126922" y="4143946"/>
                </a:lnTo>
                <a:lnTo>
                  <a:pt x="8105203" y="5122240"/>
                </a:lnTo>
                <a:lnTo>
                  <a:pt x="8105203" y="5050942"/>
                </a:lnTo>
                <a:lnTo>
                  <a:pt x="7198538" y="4143946"/>
                </a:lnTo>
                <a:lnTo>
                  <a:pt x="7162559" y="4107942"/>
                </a:lnTo>
                <a:lnTo>
                  <a:pt x="7198207" y="4072305"/>
                </a:lnTo>
                <a:lnTo>
                  <a:pt x="8139239" y="3131629"/>
                </a:lnTo>
                <a:lnTo>
                  <a:pt x="10129850" y="5122240"/>
                </a:lnTo>
                <a:lnTo>
                  <a:pt x="10128237" y="5123866"/>
                </a:lnTo>
                <a:lnTo>
                  <a:pt x="11140554" y="6136183"/>
                </a:lnTo>
                <a:lnTo>
                  <a:pt x="11140554" y="6064897"/>
                </a:lnTo>
                <a:lnTo>
                  <a:pt x="10198075" y="5122075"/>
                </a:lnTo>
                <a:lnTo>
                  <a:pt x="10235527" y="5084623"/>
                </a:lnTo>
                <a:lnTo>
                  <a:pt x="11176203" y="4143946"/>
                </a:lnTo>
                <a:lnTo>
                  <a:pt x="12154662" y="5122075"/>
                </a:lnTo>
                <a:lnTo>
                  <a:pt x="12154662" y="5050752"/>
                </a:lnTo>
                <a:lnTo>
                  <a:pt x="11248187" y="4143946"/>
                </a:lnTo>
                <a:lnTo>
                  <a:pt x="11212195" y="4107942"/>
                </a:lnTo>
                <a:lnTo>
                  <a:pt x="11247831" y="4072305"/>
                </a:lnTo>
                <a:lnTo>
                  <a:pt x="12162955" y="3157194"/>
                </a:lnTo>
                <a:lnTo>
                  <a:pt x="13149720" y="4143591"/>
                </a:lnTo>
                <a:lnTo>
                  <a:pt x="13149720" y="4072305"/>
                </a:lnTo>
                <a:lnTo>
                  <a:pt x="12208675" y="3131261"/>
                </a:lnTo>
                <a:lnTo>
                  <a:pt x="14197686" y="1142263"/>
                </a:lnTo>
                <a:lnTo>
                  <a:pt x="15174354" y="2118944"/>
                </a:lnTo>
                <a:lnTo>
                  <a:pt x="15174354" y="2047671"/>
                </a:lnTo>
                <a:lnTo>
                  <a:pt x="14268945" y="1142263"/>
                </a:lnTo>
                <a:lnTo>
                  <a:pt x="14162037" y="1035354"/>
                </a:lnTo>
                <a:lnTo>
                  <a:pt x="14162037" y="1106627"/>
                </a:lnTo>
                <a:lnTo>
                  <a:pt x="12198769" y="3069894"/>
                </a:lnTo>
                <a:lnTo>
                  <a:pt x="12188876" y="3059988"/>
                </a:lnTo>
                <a:lnTo>
                  <a:pt x="11176203" y="4072305"/>
                </a:lnTo>
                <a:lnTo>
                  <a:pt x="11140554" y="4036644"/>
                </a:lnTo>
                <a:lnTo>
                  <a:pt x="11140554" y="4107942"/>
                </a:lnTo>
                <a:lnTo>
                  <a:pt x="10163886" y="5084623"/>
                </a:lnTo>
                <a:lnTo>
                  <a:pt x="8210880" y="3131629"/>
                </a:lnTo>
                <a:lnTo>
                  <a:pt x="8174876" y="3095625"/>
                </a:lnTo>
                <a:lnTo>
                  <a:pt x="9151556" y="2118944"/>
                </a:lnTo>
                <a:lnTo>
                  <a:pt x="11140554" y="4107942"/>
                </a:lnTo>
                <a:lnTo>
                  <a:pt x="11140554" y="4036644"/>
                </a:lnTo>
                <a:lnTo>
                  <a:pt x="10199878" y="3095625"/>
                </a:lnTo>
                <a:lnTo>
                  <a:pt x="10235514" y="3059988"/>
                </a:lnTo>
                <a:lnTo>
                  <a:pt x="12163082" y="1132433"/>
                </a:lnTo>
                <a:lnTo>
                  <a:pt x="12173039" y="1142263"/>
                </a:lnTo>
                <a:lnTo>
                  <a:pt x="13185356" y="129946"/>
                </a:lnTo>
                <a:lnTo>
                  <a:pt x="14162037" y="1106627"/>
                </a:lnTo>
                <a:lnTo>
                  <a:pt x="14162037" y="1035354"/>
                </a:lnTo>
                <a:lnTo>
                  <a:pt x="13256628" y="129946"/>
                </a:lnTo>
                <a:lnTo>
                  <a:pt x="13220992" y="94310"/>
                </a:lnTo>
                <a:lnTo>
                  <a:pt x="13256641" y="58661"/>
                </a:lnTo>
                <a:lnTo>
                  <a:pt x="13315315" y="0"/>
                </a:lnTo>
                <a:lnTo>
                  <a:pt x="13244017" y="0"/>
                </a:lnTo>
                <a:lnTo>
                  <a:pt x="13185356" y="58661"/>
                </a:lnTo>
                <a:lnTo>
                  <a:pt x="13126707" y="0"/>
                </a:lnTo>
                <a:lnTo>
                  <a:pt x="13055372" y="0"/>
                </a:lnTo>
                <a:lnTo>
                  <a:pt x="13149720" y="94310"/>
                </a:lnTo>
                <a:lnTo>
                  <a:pt x="12198604" y="1045083"/>
                </a:lnTo>
                <a:lnTo>
                  <a:pt x="12152884" y="999363"/>
                </a:lnTo>
                <a:lnTo>
                  <a:pt x="12152884" y="1070991"/>
                </a:lnTo>
                <a:lnTo>
                  <a:pt x="10163886" y="3059988"/>
                </a:lnTo>
                <a:lnTo>
                  <a:pt x="9222842" y="2118944"/>
                </a:lnTo>
                <a:lnTo>
                  <a:pt x="9187205" y="2083308"/>
                </a:lnTo>
                <a:lnTo>
                  <a:pt x="9222842" y="2047671"/>
                </a:lnTo>
                <a:lnTo>
                  <a:pt x="10235501" y="1035342"/>
                </a:lnTo>
                <a:lnTo>
                  <a:pt x="11176203" y="94310"/>
                </a:lnTo>
                <a:lnTo>
                  <a:pt x="12152884" y="1070991"/>
                </a:lnTo>
                <a:lnTo>
                  <a:pt x="12152884" y="999363"/>
                </a:lnTo>
                <a:lnTo>
                  <a:pt x="11247844" y="94310"/>
                </a:lnTo>
                <a:lnTo>
                  <a:pt x="11212195" y="58661"/>
                </a:lnTo>
                <a:lnTo>
                  <a:pt x="11247831" y="23025"/>
                </a:lnTo>
                <a:lnTo>
                  <a:pt x="11270856" y="0"/>
                </a:lnTo>
                <a:lnTo>
                  <a:pt x="11199228" y="0"/>
                </a:lnTo>
                <a:lnTo>
                  <a:pt x="11176203" y="23025"/>
                </a:lnTo>
                <a:lnTo>
                  <a:pt x="11153178" y="0"/>
                </a:lnTo>
                <a:lnTo>
                  <a:pt x="11081880" y="0"/>
                </a:lnTo>
                <a:lnTo>
                  <a:pt x="11140554" y="58661"/>
                </a:lnTo>
                <a:lnTo>
                  <a:pt x="10163886" y="1035342"/>
                </a:lnTo>
                <a:lnTo>
                  <a:pt x="9128531" y="0"/>
                </a:lnTo>
                <a:lnTo>
                  <a:pt x="9057246" y="0"/>
                </a:lnTo>
                <a:lnTo>
                  <a:pt x="10128237" y="1070991"/>
                </a:lnTo>
                <a:lnTo>
                  <a:pt x="9151556" y="2047671"/>
                </a:lnTo>
                <a:lnTo>
                  <a:pt x="9115920" y="2012035"/>
                </a:lnTo>
                <a:lnTo>
                  <a:pt x="9115920" y="2083308"/>
                </a:lnTo>
                <a:lnTo>
                  <a:pt x="7126922" y="4072305"/>
                </a:lnTo>
                <a:lnTo>
                  <a:pt x="7091286" y="4036669"/>
                </a:lnTo>
                <a:lnTo>
                  <a:pt x="7091286" y="4107942"/>
                </a:lnTo>
                <a:lnTo>
                  <a:pt x="6111176" y="5088052"/>
                </a:lnTo>
                <a:lnTo>
                  <a:pt x="6073902" y="5050764"/>
                </a:lnTo>
                <a:lnTo>
                  <a:pt x="6073902" y="5122075"/>
                </a:lnTo>
                <a:lnTo>
                  <a:pt x="5095443" y="6100546"/>
                </a:lnTo>
                <a:lnTo>
                  <a:pt x="5059794" y="6064897"/>
                </a:lnTo>
                <a:lnTo>
                  <a:pt x="5059794" y="6136183"/>
                </a:lnTo>
                <a:lnTo>
                  <a:pt x="4083126" y="7112863"/>
                </a:lnTo>
                <a:lnTo>
                  <a:pt x="4047477" y="7077227"/>
                </a:lnTo>
                <a:lnTo>
                  <a:pt x="4047477" y="7148512"/>
                </a:lnTo>
                <a:lnTo>
                  <a:pt x="3070796" y="8125193"/>
                </a:lnTo>
                <a:lnTo>
                  <a:pt x="3035160" y="8089557"/>
                </a:lnTo>
                <a:lnTo>
                  <a:pt x="3035160" y="8160829"/>
                </a:lnTo>
                <a:lnTo>
                  <a:pt x="1046162" y="10149827"/>
                </a:lnTo>
                <a:lnTo>
                  <a:pt x="69481" y="9173146"/>
                </a:lnTo>
                <a:lnTo>
                  <a:pt x="2058479" y="7184149"/>
                </a:lnTo>
                <a:lnTo>
                  <a:pt x="3035160" y="8160829"/>
                </a:lnTo>
                <a:lnTo>
                  <a:pt x="3035160" y="8089557"/>
                </a:lnTo>
                <a:lnTo>
                  <a:pt x="2129752" y="7184149"/>
                </a:lnTo>
                <a:lnTo>
                  <a:pt x="1117434" y="6171831"/>
                </a:lnTo>
                <a:lnTo>
                  <a:pt x="1081798" y="6136183"/>
                </a:lnTo>
                <a:lnTo>
                  <a:pt x="1117434" y="6100546"/>
                </a:lnTo>
                <a:lnTo>
                  <a:pt x="2058479" y="5159502"/>
                </a:lnTo>
                <a:lnTo>
                  <a:pt x="4047477" y="7148512"/>
                </a:lnTo>
                <a:lnTo>
                  <a:pt x="4047477" y="7077227"/>
                </a:lnTo>
                <a:lnTo>
                  <a:pt x="2129752" y="5159502"/>
                </a:lnTo>
                <a:lnTo>
                  <a:pt x="2094115" y="5123866"/>
                </a:lnTo>
                <a:lnTo>
                  <a:pt x="2092502" y="5122240"/>
                </a:lnTo>
                <a:lnTo>
                  <a:pt x="2094115" y="5120627"/>
                </a:lnTo>
                <a:lnTo>
                  <a:pt x="2024443" y="5050942"/>
                </a:lnTo>
                <a:lnTo>
                  <a:pt x="2024443" y="5122240"/>
                </a:lnTo>
                <a:lnTo>
                  <a:pt x="2022843" y="5123866"/>
                </a:lnTo>
                <a:lnTo>
                  <a:pt x="1046162" y="6100546"/>
                </a:lnTo>
                <a:lnTo>
                  <a:pt x="68033" y="5122075"/>
                </a:lnTo>
                <a:lnTo>
                  <a:pt x="1046162" y="4143946"/>
                </a:lnTo>
                <a:lnTo>
                  <a:pt x="2024443" y="5122240"/>
                </a:lnTo>
                <a:lnTo>
                  <a:pt x="2024443" y="5050942"/>
                </a:lnTo>
                <a:lnTo>
                  <a:pt x="1117777" y="4143946"/>
                </a:lnTo>
                <a:lnTo>
                  <a:pt x="1081798" y="4107942"/>
                </a:lnTo>
                <a:lnTo>
                  <a:pt x="1117447" y="4072305"/>
                </a:lnTo>
                <a:lnTo>
                  <a:pt x="2058479" y="3131629"/>
                </a:lnTo>
                <a:lnTo>
                  <a:pt x="4049090" y="5122240"/>
                </a:lnTo>
                <a:lnTo>
                  <a:pt x="4047477" y="5123866"/>
                </a:lnTo>
                <a:lnTo>
                  <a:pt x="5059794" y="6136183"/>
                </a:lnTo>
                <a:lnTo>
                  <a:pt x="5059794" y="6064897"/>
                </a:lnTo>
                <a:lnTo>
                  <a:pt x="4117302" y="5122075"/>
                </a:lnTo>
                <a:lnTo>
                  <a:pt x="4154754" y="5084623"/>
                </a:lnTo>
                <a:lnTo>
                  <a:pt x="5095443" y="4143946"/>
                </a:lnTo>
                <a:lnTo>
                  <a:pt x="6073902" y="5122075"/>
                </a:lnTo>
                <a:lnTo>
                  <a:pt x="6073902" y="5050764"/>
                </a:lnTo>
                <a:lnTo>
                  <a:pt x="5167427" y="4143946"/>
                </a:lnTo>
                <a:lnTo>
                  <a:pt x="5131435" y="4107942"/>
                </a:lnTo>
                <a:lnTo>
                  <a:pt x="5167071" y="4072305"/>
                </a:lnTo>
                <a:lnTo>
                  <a:pt x="6111176" y="3128213"/>
                </a:lnTo>
                <a:lnTo>
                  <a:pt x="7091286" y="4107942"/>
                </a:lnTo>
                <a:lnTo>
                  <a:pt x="7091286" y="4036669"/>
                </a:lnTo>
                <a:lnTo>
                  <a:pt x="6150241" y="3095625"/>
                </a:lnTo>
                <a:lnTo>
                  <a:pt x="8139239" y="1106627"/>
                </a:lnTo>
                <a:lnTo>
                  <a:pt x="9115920" y="2083308"/>
                </a:lnTo>
                <a:lnTo>
                  <a:pt x="9115920" y="2012035"/>
                </a:lnTo>
                <a:lnTo>
                  <a:pt x="8210512" y="1106627"/>
                </a:lnTo>
                <a:lnTo>
                  <a:pt x="8103603" y="999718"/>
                </a:lnTo>
                <a:lnTo>
                  <a:pt x="8103603" y="1070991"/>
                </a:lnTo>
                <a:lnTo>
                  <a:pt x="6114605" y="3059988"/>
                </a:lnTo>
                <a:lnTo>
                  <a:pt x="6111341" y="3063227"/>
                </a:lnTo>
                <a:lnTo>
                  <a:pt x="6108116" y="3059988"/>
                </a:lnTo>
                <a:lnTo>
                  <a:pt x="5095443" y="4072305"/>
                </a:lnTo>
                <a:lnTo>
                  <a:pt x="5059794" y="4036644"/>
                </a:lnTo>
                <a:lnTo>
                  <a:pt x="5059794" y="4107942"/>
                </a:lnTo>
                <a:lnTo>
                  <a:pt x="4083126" y="5084623"/>
                </a:lnTo>
                <a:lnTo>
                  <a:pt x="2130120" y="3131629"/>
                </a:lnTo>
                <a:lnTo>
                  <a:pt x="2094115" y="3095625"/>
                </a:lnTo>
                <a:lnTo>
                  <a:pt x="3070796" y="2118944"/>
                </a:lnTo>
                <a:lnTo>
                  <a:pt x="5059794" y="4107942"/>
                </a:lnTo>
                <a:lnTo>
                  <a:pt x="5059794" y="4036644"/>
                </a:lnTo>
                <a:lnTo>
                  <a:pt x="4119118" y="3095625"/>
                </a:lnTo>
                <a:lnTo>
                  <a:pt x="4154754" y="3059988"/>
                </a:lnTo>
                <a:lnTo>
                  <a:pt x="6111341" y="1103414"/>
                </a:lnTo>
                <a:lnTo>
                  <a:pt x="6114605" y="1106627"/>
                </a:lnTo>
                <a:lnTo>
                  <a:pt x="7126922" y="94310"/>
                </a:lnTo>
                <a:lnTo>
                  <a:pt x="8103603" y="1070991"/>
                </a:lnTo>
                <a:lnTo>
                  <a:pt x="8103603" y="999718"/>
                </a:lnTo>
                <a:lnTo>
                  <a:pt x="7198195" y="94310"/>
                </a:lnTo>
                <a:lnTo>
                  <a:pt x="7162559" y="58661"/>
                </a:lnTo>
                <a:lnTo>
                  <a:pt x="7198195" y="23025"/>
                </a:lnTo>
                <a:lnTo>
                  <a:pt x="7221220" y="0"/>
                </a:lnTo>
                <a:lnTo>
                  <a:pt x="7149947" y="0"/>
                </a:lnTo>
                <a:lnTo>
                  <a:pt x="7126922" y="23025"/>
                </a:lnTo>
                <a:lnTo>
                  <a:pt x="7103897" y="0"/>
                </a:lnTo>
                <a:lnTo>
                  <a:pt x="7032599" y="0"/>
                </a:lnTo>
                <a:lnTo>
                  <a:pt x="7091286" y="58661"/>
                </a:lnTo>
                <a:lnTo>
                  <a:pt x="6111189" y="1038428"/>
                </a:lnTo>
                <a:lnTo>
                  <a:pt x="6072124" y="999363"/>
                </a:lnTo>
                <a:lnTo>
                  <a:pt x="6072124" y="1070991"/>
                </a:lnTo>
                <a:lnTo>
                  <a:pt x="4083126" y="3059988"/>
                </a:lnTo>
                <a:lnTo>
                  <a:pt x="3142069" y="2118944"/>
                </a:lnTo>
                <a:lnTo>
                  <a:pt x="3106445" y="2083308"/>
                </a:lnTo>
                <a:lnTo>
                  <a:pt x="3142081" y="2047671"/>
                </a:lnTo>
                <a:lnTo>
                  <a:pt x="4154741" y="1035342"/>
                </a:lnTo>
                <a:lnTo>
                  <a:pt x="5095443" y="94310"/>
                </a:lnTo>
                <a:lnTo>
                  <a:pt x="6072124" y="1070991"/>
                </a:lnTo>
                <a:lnTo>
                  <a:pt x="6072124" y="999363"/>
                </a:lnTo>
                <a:lnTo>
                  <a:pt x="5167084" y="94310"/>
                </a:lnTo>
                <a:lnTo>
                  <a:pt x="5131435" y="58661"/>
                </a:lnTo>
                <a:lnTo>
                  <a:pt x="5167071" y="23025"/>
                </a:lnTo>
                <a:lnTo>
                  <a:pt x="5190096" y="12"/>
                </a:lnTo>
                <a:lnTo>
                  <a:pt x="5118455" y="12"/>
                </a:lnTo>
                <a:lnTo>
                  <a:pt x="5095443" y="23025"/>
                </a:lnTo>
                <a:lnTo>
                  <a:pt x="5072418" y="12"/>
                </a:lnTo>
                <a:lnTo>
                  <a:pt x="5001133" y="12"/>
                </a:lnTo>
                <a:lnTo>
                  <a:pt x="5059794" y="58661"/>
                </a:lnTo>
                <a:lnTo>
                  <a:pt x="4083126" y="1035342"/>
                </a:lnTo>
                <a:lnTo>
                  <a:pt x="3047771" y="12"/>
                </a:lnTo>
                <a:lnTo>
                  <a:pt x="2976486" y="12"/>
                </a:lnTo>
                <a:lnTo>
                  <a:pt x="4047477" y="1070991"/>
                </a:lnTo>
                <a:lnTo>
                  <a:pt x="3070796" y="2047671"/>
                </a:lnTo>
                <a:lnTo>
                  <a:pt x="3035160" y="2012035"/>
                </a:lnTo>
                <a:lnTo>
                  <a:pt x="3035160" y="2083308"/>
                </a:lnTo>
                <a:lnTo>
                  <a:pt x="1046162" y="4072305"/>
                </a:lnTo>
                <a:lnTo>
                  <a:pt x="69481" y="3095625"/>
                </a:lnTo>
                <a:lnTo>
                  <a:pt x="2058479" y="1106627"/>
                </a:lnTo>
                <a:lnTo>
                  <a:pt x="3035160" y="2083308"/>
                </a:lnTo>
                <a:lnTo>
                  <a:pt x="3035160" y="2012035"/>
                </a:lnTo>
                <a:lnTo>
                  <a:pt x="2129752" y="1106627"/>
                </a:lnTo>
                <a:lnTo>
                  <a:pt x="1117434" y="94310"/>
                </a:lnTo>
                <a:lnTo>
                  <a:pt x="1081798" y="58661"/>
                </a:lnTo>
                <a:lnTo>
                  <a:pt x="1117434" y="23025"/>
                </a:lnTo>
                <a:lnTo>
                  <a:pt x="1140460" y="12"/>
                </a:lnTo>
                <a:lnTo>
                  <a:pt x="1069174" y="12"/>
                </a:lnTo>
                <a:lnTo>
                  <a:pt x="1046162" y="23025"/>
                </a:lnTo>
                <a:lnTo>
                  <a:pt x="1023137" y="12"/>
                </a:lnTo>
                <a:lnTo>
                  <a:pt x="951839" y="12"/>
                </a:lnTo>
                <a:lnTo>
                  <a:pt x="1010526" y="58661"/>
                </a:lnTo>
                <a:lnTo>
                  <a:pt x="0" y="1068844"/>
                </a:lnTo>
                <a:lnTo>
                  <a:pt x="0" y="1073137"/>
                </a:lnTo>
                <a:lnTo>
                  <a:pt x="33845" y="1106627"/>
                </a:lnTo>
                <a:lnTo>
                  <a:pt x="1046162" y="94310"/>
                </a:lnTo>
                <a:lnTo>
                  <a:pt x="2022843" y="1070991"/>
                </a:lnTo>
                <a:lnTo>
                  <a:pt x="33845" y="3059988"/>
                </a:lnTo>
                <a:lnTo>
                  <a:pt x="0" y="3093491"/>
                </a:lnTo>
                <a:lnTo>
                  <a:pt x="0" y="3097784"/>
                </a:lnTo>
                <a:lnTo>
                  <a:pt x="1010526" y="4107942"/>
                </a:lnTo>
                <a:lnTo>
                  <a:pt x="0" y="5118468"/>
                </a:lnTo>
                <a:lnTo>
                  <a:pt x="0" y="5121707"/>
                </a:lnTo>
                <a:lnTo>
                  <a:pt x="0" y="5122773"/>
                </a:lnTo>
                <a:lnTo>
                  <a:pt x="0" y="5126025"/>
                </a:lnTo>
                <a:lnTo>
                  <a:pt x="1010526" y="6136183"/>
                </a:lnTo>
                <a:lnTo>
                  <a:pt x="0" y="7146366"/>
                </a:lnTo>
                <a:lnTo>
                  <a:pt x="0" y="7150659"/>
                </a:lnTo>
                <a:lnTo>
                  <a:pt x="33845" y="7184149"/>
                </a:lnTo>
                <a:lnTo>
                  <a:pt x="1046162" y="6171831"/>
                </a:lnTo>
                <a:lnTo>
                  <a:pt x="2022843" y="7148512"/>
                </a:lnTo>
                <a:lnTo>
                  <a:pt x="33845" y="9137510"/>
                </a:lnTo>
                <a:lnTo>
                  <a:pt x="0" y="9171013"/>
                </a:lnTo>
                <a:lnTo>
                  <a:pt x="0" y="9175318"/>
                </a:lnTo>
                <a:lnTo>
                  <a:pt x="1010526" y="10185463"/>
                </a:lnTo>
                <a:lnTo>
                  <a:pt x="909358" y="10286632"/>
                </a:lnTo>
                <a:lnTo>
                  <a:pt x="980998" y="10286632"/>
                </a:lnTo>
                <a:lnTo>
                  <a:pt x="1046162" y="10221468"/>
                </a:lnTo>
                <a:lnTo>
                  <a:pt x="1111326" y="10286632"/>
                </a:lnTo>
                <a:lnTo>
                  <a:pt x="1182928" y="10286632"/>
                </a:lnTo>
                <a:lnTo>
                  <a:pt x="1117777" y="10221468"/>
                </a:lnTo>
                <a:lnTo>
                  <a:pt x="1081798" y="10185463"/>
                </a:lnTo>
                <a:lnTo>
                  <a:pt x="1117447" y="10149827"/>
                </a:lnTo>
                <a:lnTo>
                  <a:pt x="2058479" y="9209151"/>
                </a:lnTo>
                <a:lnTo>
                  <a:pt x="3135960" y="10286632"/>
                </a:lnTo>
                <a:lnTo>
                  <a:pt x="3207601" y="10286632"/>
                </a:lnTo>
                <a:lnTo>
                  <a:pt x="2130120" y="9209151"/>
                </a:lnTo>
                <a:lnTo>
                  <a:pt x="2094115" y="9173146"/>
                </a:lnTo>
                <a:lnTo>
                  <a:pt x="3070796" y="8196466"/>
                </a:lnTo>
                <a:lnTo>
                  <a:pt x="5059794" y="10185463"/>
                </a:lnTo>
                <a:lnTo>
                  <a:pt x="4958626" y="10286632"/>
                </a:lnTo>
                <a:lnTo>
                  <a:pt x="5030279" y="10286632"/>
                </a:lnTo>
                <a:lnTo>
                  <a:pt x="5095443" y="10221468"/>
                </a:lnTo>
                <a:lnTo>
                  <a:pt x="5160619" y="10286632"/>
                </a:lnTo>
                <a:lnTo>
                  <a:pt x="5232565" y="10286632"/>
                </a:lnTo>
                <a:lnTo>
                  <a:pt x="5167427" y="10221468"/>
                </a:lnTo>
                <a:lnTo>
                  <a:pt x="5131435" y="10185463"/>
                </a:lnTo>
                <a:lnTo>
                  <a:pt x="5167071" y="10149827"/>
                </a:lnTo>
                <a:lnTo>
                  <a:pt x="6111176" y="9205735"/>
                </a:lnTo>
                <a:lnTo>
                  <a:pt x="7091286" y="10185463"/>
                </a:lnTo>
                <a:lnTo>
                  <a:pt x="6990118" y="10286644"/>
                </a:lnTo>
                <a:lnTo>
                  <a:pt x="7061759" y="10286644"/>
                </a:lnTo>
                <a:lnTo>
                  <a:pt x="7126922" y="10221468"/>
                </a:lnTo>
                <a:lnTo>
                  <a:pt x="7192073" y="10286644"/>
                </a:lnTo>
                <a:lnTo>
                  <a:pt x="7263689" y="10286644"/>
                </a:lnTo>
                <a:lnTo>
                  <a:pt x="7198538" y="10221481"/>
                </a:lnTo>
                <a:lnTo>
                  <a:pt x="7162559" y="10185463"/>
                </a:lnTo>
                <a:lnTo>
                  <a:pt x="7198207" y="10149827"/>
                </a:lnTo>
                <a:lnTo>
                  <a:pt x="8139239" y="9209151"/>
                </a:lnTo>
                <a:lnTo>
                  <a:pt x="9216720" y="10286644"/>
                </a:lnTo>
                <a:lnTo>
                  <a:pt x="9288361" y="10286644"/>
                </a:lnTo>
                <a:lnTo>
                  <a:pt x="8210880" y="9209151"/>
                </a:lnTo>
                <a:lnTo>
                  <a:pt x="8174876" y="9173146"/>
                </a:lnTo>
                <a:lnTo>
                  <a:pt x="9151556" y="8196466"/>
                </a:lnTo>
                <a:lnTo>
                  <a:pt x="11140554" y="10185463"/>
                </a:lnTo>
                <a:lnTo>
                  <a:pt x="11039386" y="10286644"/>
                </a:lnTo>
                <a:lnTo>
                  <a:pt x="11111040" y="10286644"/>
                </a:lnTo>
                <a:lnTo>
                  <a:pt x="11176203" y="10221468"/>
                </a:lnTo>
                <a:lnTo>
                  <a:pt x="11241380" y="10286644"/>
                </a:lnTo>
                <a:lnTo>
                  <a:pt x="11313325" y="10286644"/>
                </a:lnTo>
                <a:lnTo>
                  <a:pt x="11248187" y="10221481"/>
                </a:lnTo>
                <a:lnTo>
                  <a:pt x="11212195" y="10185463"/>
                </a:lnTo>
                <a:lnTo>
                  <a:pt x="11247831" y="10149827"/>
                </a:lnTo>
                <a:lnTo>
                  <a:pt x="12162955" y="9234716"/>
                </a:lnTo>
                <a:lnTo>
                  <a:pt x="13149720" y="10221112"/>
                </a:lnTo>
                <a:lnTo>
                  <a:pt x="13084188" y="10286644"/>
                </a:lnTo>
                <a:lnTo>
                  <a:pt x="13155829" y="10286644"/>
                </a:lnTo>
                <a:lnTo>
                  <a:pt x="13185356" y="10257117"/>
                </a:lnTo>
                <a:lnTo>
                  <a:pt x="13214884" y="10286644"/>
                </a:lnTo>
                <a:lnTo>
                  <a:pt x="13286499" y="10286644"/>
                </a:lnTo>
                <a:lnTo>
                  <a:pt x="13256984" y="10257117"/>
                </a:lnTo>
                <a:lnTo>
                  <a:pt x="13220992" y="10221112"/>
                </a:lnTo>
                <a:lnTo>
                  <a:pt x="13256667" y="10185463"/>
                </a:lnTo>
                <a:lnTo>
                  <a:pt x="14197686" y="9244787"/>
                </a:lnTo>
                <a:lnTo>
                  <a:pt x="15239530" y="10286644"/>
                </a:lnTo>
                <a:lnTo>
                  <a:pt x="15311158" y="10286644"/>
                </a:lnTo>
                <a:lnTo>
                  <a:pt x="14269314" y="9244787"/>
                </a:lnTo>
                <a:lnTo>
                  <a:pt x="14233322" y="9208783"/>
                </a:lnTo>
                <a:lnTo>
                  <a:pt x="15210003" y="8232102"/>
                </a:lnTo>
                <a:lnTo>
                  <a:pt x="17199001" y="10221112"/>
                </a:lnTo>
                <a:lnTo>
                  <a:pt x="17133469" y="10286644"/>
                </a:lnTo>
                <a:lnTo>
                  <a:pt x="17205109" y="10286644"/>
                </a:lnTo>
                <a:lnTo>
                  <a:pt x="17234637" y="10257117"/>
                </a:lnTo>
                <a:lnTo>
                  <a:pt x="17264164" y="10286644"/>
                </a:lnTo>
                <a:lnTo>
                  <a:pt x="17336135" y="10286644"/>
                </a:lnTo>
                <a:lnTo>
                  <a:pt x="17306621" y="10257117"/>
                </a:lnTo>
                <a:lnTo>
                  <a:pt x="17270641" y="10221112"/>
                </a:lnTo>
                <a:lnTo>
                  <a:pt x="17306278" y="10185463"/>
                </a:lnTo>
                <a:lnTo>
                  <a:pt x="18282958" y="9208783"/>
                </a:lnTo>
                <a:lnTo>
                  <a:pt x="18247322" y="9173146"/>
                </a:lnTo>
                <a:lnTo>
                  <a:pt x="17234637" y="10185463"/>
                </a:lnTo>
                <a:lnTo>
                  <a:pt x="16258324" y="9208783"/>
                </a:lnTo>
                <a:lnTo>
                  <a:pt x="16293961" y="9173146"/>
                </a:lnTo>
                <a:lnTo>
                  <a:pt x="18282958" y="7184149"/>
                </a:lnTo>
                <a:lnTo>
                  <a:pt x="18211318" y="7112508"/>
                </a:lnTo>
                <a:lnTo>
                  <a:pt x="18211318" y="7184149"/>
                </a:lnTo>
                <a:lnTo>
                  <a:pt x="16222320" y="9173146"/>
                </a:lnTo>
                <a:lnTo>
                  <a:pt x="15281275" y="8232102"/>
                </a:lnTo>
                <a:lnTo>
                  <a:pt x="15245639" y="8196466"/>
                </a:lnTo>
                <a:lnTo>
                  <a:pt x="15281275" y="8160829"/>
                </a:lnTo>
                <a:lnTo>
                  <a:pt x="16222320" y="7219785"/>
                </a:lnTo>
                <a:lnTo>
                  <a:pt x="16258324" y="7184149"/>
                </a:lnTo>
                <a:lnTo>
                  <a:pt x="16293935" y="7148512"/>
                </a:lnTo>
                <a:lnTo>
                  <a:pt x="17234637" y="6207468"/>
                </a:lnTo>
                <a:lnTo>
                  <a:pt x="18211318" y="7184149"/>
                </a:lnTo>
                <a:lnTo>
                  <a:pt x="18211318" y="7112508"/>
                </a:lnTo>
                <a:lnTo>
                  <a:pt x="17306278" y="6207468"/>
                </a:lnTo>
                <a:lnTo>
                  <a:pt x="17270641" y="6171831"/>
                </a:lnTo>
                <a:lnTo>
                  <a:pt x="17306278" y="6136183"/>
                </a:lnTo>
                <a:lnTo>
                  <a:pt x="18282958" y="5159502"/>
                </a:lnTo>
                <a:lnTo>
                  <a:pt x="18281346" y="5157876"/>
                </a:lnTo>
                <a:lnTo>
                  <a:pt x="18282958" y="5156263"/>
                </a:lnTo>
                <a:lnTo>
                  <a:pt x="18213108" y="5086401"/>
                </a:lnTo>
                <a:lnTo>
                  <a:pt x="18213108" y="5157711"/>
                </a:lnTo>
                <a:lnTo>
                  <a:pt x="17234637" y="6136183"/>
                </a:lnTo>
                <a:lnTo>
                  <a:pt x="17199001" y="6100546"/>
                </a:lnTo>
                <a:lnTo>
                  <a:pt x="17199001" y="6171831"/>
                </a:lnTo>
                <a:lnTo>
                  <a:pt x="16222320" y="7148512"/>
                </a:lnTo>
                <a:lnTo>
                  <a:pt x="16186684" y="7112876"/>
                </a:lnTo>
                <a:lnTo>
                  <a:pt x="16186684" y="7184149"/>
                </a:lnTo>
                <a:lnTo>
                  <a:pt x="15210003" y="8160829"/>
                </a:lnTo>
                <a:lnTo>
                  <a:pt x="15174354" y="8125180"/>
                </a:lnTo>
                <a:lnTo>
                  <a:pt x="15174354" y="8196466"/>
                </a:lnTo>
                <a:lnTo>
                  <a:pt x="13185356" y="10185463"/>
                </a:lnTo>
                <a:lnTo>
                  <a:pt x="12208675" y="9208783"/>
                </a:lnTo>
                <a:lnTo>
                  <a:pt x="14197686" y="7219785"/>
                </a:lnTo>
                <a:lnTo>
                  <a:pt x="15174354" y="8196466"/>
                </a:lnTo>
                <a:lnTo>
                  <a:pt x="15174354" y="8125180"/>
                </a:lnTo>
                <a:lnTo>
                  <a:pt x="14268958" y="7219785"/>
                </a:lnTo>
                <a:lnTo>
                  <a:pt x="14162037" y="7112876"/>
                </a:lnTo>
                <a:lnTo>
                  <a:pt x="14162037" y="7184149"/>
                </a:lnTo>
                <a:lnTo>
                  <a:pt x="12198769" y="9147416"/>
                </a:lnTo>
                <a:lnTo>
                  <a:pt x="12188876" y="9137510"/>
                </a:lnTo>
                <a:lnTo>
                  <a:pt x="11176216" y="10149827"/>
                </a:lnTo>
                <a:lnTo>
                  <a:pt x="10199878" y="9173146"/>
                </a:lnTo>
                <a:lnTo>
                  <a:pt x="10235514" y="9137510"/>
                </a:lnTo>
                <a:lnTo>
                  <a:pt x="12163082" y="7209955"/>
                </a:lnTo>
                <a:lnTo>
                  <a:pt x="12173039" y="7219785"/>
                </a:lnTo>
                <a:lnTo>
                  <a:pt x="13185356" y="6207468"/>
                </a:lnTo>
                <a:lnTo>
                  <a:pt x="14162037" y="7184149"/>
                </a:lnTo>
                <a:lnTo>
                  <a:pt x="14162037" y="7112876"/>
                </a:lnTo>
                <a:lnTo>
                  <a:pt x="13256628" y="6207468"/>
                </a:lnTo>
                <a:lnTo>
                  <a:pt x="13220992" y="6171831"/>
                </a:lnTo>
                <a:lnTo>
                  <a:pt x="13256641" y="6136183"/>
                </a:lnTo>
                <a:lnTo>
                  <a:pt x="14197686" y="5195151"/>
                </a:lnTo>
                <a:lnTo>
                  <a:pt x="16186684" y="7184149"/>
                </a:lnTo>
                <a:lnTo>
                  <a:pt x="16186684" y="7112876"/>
                </a:lnTo>
                <a:lnTo>
                  <a:pt x="14268958" y="5195151"/>
                </a:lnTo>
                <a:lnTo>
                  <a:pt x="14231785" y="5157800"/>
                </a:lnTo>
                <a:lnTo>
                  <a:pt x="14233322" y="5156263"/>
                </a:lnTo>
                <a:lnTo>
                  <a:pt x="14163485" y="5086413"/>
                </a:lnTo>
                <a:lnTo>
                  <a:pt x="14163485" y="5157724"/>
                </a:lnTo>
                <a:lnTo>
                  <a:pt x="13185356" y="6136183"/>
                </a:lnTo>
                <a:lnTo>
                  <a:pt x="13149720" y="6100546"/>
                </a:lnTo>
                <a:lnTo>
                  <a:pt x="13149720" y="6171831"/>
                </a:lnTo>
                <a:lnTo>
                  <a:pt x="12198604" y="7122604"/>
                </a:lnTo>
                <a:lnTo>
                  <a:pt x="12152884" y="7076884"/>
                </a:lnTo>
                <a:lnTo>
                  <a:pt x="12152884" y="7148512"/>
                </a:lnTo>
                <a:lnTo>
                  <a:pt x="10163886" y="9137510"/>
                </a:lnTo>
                <a:lnTo>
                  <a:pt x="9222842" y="8196466"/>
                </a:lnTo>
                <a:lnTo>
                  <a:pt x="9187205" y="8160829"/>
                </a:lnTo>
                <a:lnTo>
                  <a:pt x="9222842" y="8125193"/>
                </a:lnTo>
                <a:lnTo>
                  <a:pt x="10235501" y="7112863"/>
                </a:lnTo>
                <a:lnTo>
                  <a:pt x="11176203" y="6171831"/>
                </a:lnTo>
                <a:lnTo>
                  <a:pt x="12152884" y="7148512"/>
                </a:lnTo>
                <a:lnTo>
                  <a:pt x="12152884" y="7076884"/>
                </a:lnTo>
                <a:lnTo>
                  <a:pt x="11247831" y="6171831"/>
                </a:lnTo>
                <a:lnTo>
                  <a:pt x="11212195" y="6136183"/>
                </a:lnTo>
                <a:lnTo>
                  <a:pt x="11247831" y="6100546"/>
                </a:lnTo>
                <a:lnTo>
                  <a:pt x="12162955" y="5185435"/>
                </a:lnTo>
                <a:lnTo>
                  <a:pt x="13149720" y="6171831"/>
                </a:lnTo>
                <a:lnTo>
                  <a:pt x="13149720" y="6100546"/>
                </a:lnTo>
                <a:lnTo>
                  <a:pt x="12207227" y="5157724"/>
                </a:lnTo>
                <a:lnTo>
                  <a:pt x="13185356" y="4179582"/>
                </a:lnTo>
                <a:lnTo>
                  <a:pt x="14163485" y="5157724"/>
                </a:lnTo>
                <a:lnTo>
                  <a:pt x="14163485" y="5086413"/>
                </a:lnTo>
                <a:lnTo>
                  <a:pt x="13256984" y="4179582"/>
                </a:lnTo>
                <a:lnTo>
                  <a:pt x="13220992" y="4143591"/>
                </a:lnTo>
                <a:lnTo>
                  <a:pt x="13256667" y="4107942"/>
                </a:lnTo>
                <a:lnTo>
                  <a:pt x="14197686" y="3167265"/>
                </a:lnTo>
                <a:lnTo>
                  <a:pt x="16188284" y="5157889"/>
                </a:lnTo>
                <a:lnTo>
                  <a:pt x="16186684" y="5159502"/>
                </a:lnTo>
                <a:lnTo>
                  <a:pt x="17199001" y="6171831"/>
                </a:lnTo>
                <a:lnTo>
                  <a:pt x="17199001" y="6100546"/>
                </a:lnTo>
                <a:lnTo>
                  <a:pt x="16256496" y="5157724"/>
                </a:lnTo>
                <a:lnTo>
                  <a:pt x="16293948" y="5120271"/>
                </a:lnTo>
                <a:lnTo>
                  <a:pt x="17234637" y="4179582"/>
                </a:lnTo>
                <a:lnTo>
                  <a:pt x="18213108" y="5157711"/>
                </a:lnTo>
                <a:lnTo>
                  <a:pt x="18213108" y="5086401"/>
                </a:lnTo>
                <a:lnTo>
                  <a:pt x="17306621" y="4179582"/>
                </a:lnTo>
                <a:lnTo>
                  <a:pt x="17270641" y="4143591"/>
                </a:lnTo>
                <a:lnTo>
                  <a:pt x="17306278" y="4107942"/>
                </a:lnTo>
                <a:lnTo>
                  <a:pt x="18282958" y="3131261"/>
                </a:lnTo>
                <a:lnTo>
                  <a:pt x="18247322" y="3095625"/>
                </a:lnTo>
                <a:lnTo>
                  <a:pt x="17234637" y="4107942"/>
                </a:lnTo>
                <a:lnTo>
                  <a:pt x="17199001" y="4072293"/>
                </a:lnTo>
                <a:lnTo>
                  <a:pt x="17199001" y="4143591"/>
                </a:lnTo>
                <a:lnTo>
                  <a:pt x="16222320" y="5120271"/>
                </a:lnTo>
                <a:lnTo>
                  <a:pt x="14269314" y="3167265"/>
                </a:lnTo>
                <a:lnTo>
                  <a:pt x="14233322" y="3131261"/>
                </a:lnTo>
                <a:lnTo>
                  <a:pt x="15210003" y="2154593"/>
                </a:lnTo>
                <a:lnTo>
                  <a:pt x="17199001" y="4143591"/>
                </a:lnTo>
                <a:lnTo>
                  <a:pt x="17199001" y="4072293"/>
                </a:lnTo>
                <a:lnTo>
                  <a:pt x="16258324" y="3131261"/>
                </a:lnTo>
                <a:lnTo>
                  <a:pt x="16293961" y="3095625"/>
                </a:lnTo>
                <a:lnTo>
                  <a:pt x="18282958" y="1106627"/>
                </a:lnTo>
                <a:close/>
              </a:path>
            </a:pathLst>
          </a:custGeom>
          <a:solidFill>
            <a:srgbClr val="EBF1FD">
              <a:alpha val="50000"/>
            </a:srgbClr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 bwMode="auto">
          <a:xfrm>
            <a:off x="787577" y="693254"/>
            <a:ext cx="118808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>
          <a:xfrm>
            <a:off x="2418740" y="1780451"/>
            <a:ext cx="14365605" cy="291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0049AC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journalofedutech.com/" TargetMode="External"/><Relationship Id="rId4" Type="http://schemas.openxmlformats.org/officeDocument/2006/relationships/hyperlink" Target="http://www.ijcaonline.org/" TargetMode="External"/><Relationship Id="rId5" Type="http://schemas.openxmlformats.org/officeDocument/2006/relationships/hyperlink" Target="http://www.educationaldatamining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2602343" y="2947219"/>
            <a:ext cx="13126509" cy="66780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95"/>
              </a:spcBef>
              <a:defRPr/>
            </a:pPr>
            <a:r>
              <a:rPr sz="12500" spc="-610">
                <a:solidFill>
                  <a:srgbClr val="0049AC"/>
                </a:solidFill>
              </a:rPr>
              <a:t>Automatic</a:t>
            </a:r>
            <a:r>
              <a:rPr sz="12500" spc="-905">
                <a:solidFill>
                  <a:srgbClr val="0049AC"/>
                </a:solidFill>
              </a:rPr>
              <a:t> </a:t>
            </a:r>
            <a:r>
              <a:rPr sz="12500" spc="-1075">
                <a:solidFill>
                  <a:srgbClr val="0049AC"/>
                </a:solidFill>
              </a:rPr>
              <a:t>Exam </a:t>
            </a:r>
            <a:r>
              <a:rPr sz="12500" spc="-570">
                <a:solidFill>
                  <a:srgbClr val="0049AC"/>
                </a:solidFill>
              </a:rPr>
              <a:t>Grading</a:t>
            </a:r>
            <a:endParaRPr sz="12500"/>
          </a:p>
          <a:p>
            <a:pPr marL="2540" algn="ctr">
              <a:lnSpc>
                <a:spcPct val="100000"/>
              </a:lnSpc>
              <a:spcBef>
                <a:spcPts val="1275"/>
              </a:spcBef>
              <a:defRPr/>
            </a:pPr>
            <a:r>
              <a:rPr sz="4500" spc="-30">
                <a:solidFill>
                  <a:srgbClr val="000000"/>
                </a:solidFill>
                <a:latin typeface="Microsoft Sans Serif"/>
                <a:cs typeface="Microsoft Sans Serif"/>
              </a:rPr>
              <a:t>Sujan Baskota (078BCT093)</a:t>
            </a:r>
            <a:br>
              <a:rPr sz="4500" spc="-30">
                <a:solidFill>
                  <a:srgbClr val="000000"/>
                </a:solidFill>
                <a:latin typeface="Microsoft Sans Serif"/>
                <a:cs typeface="Microsoft Sans Serif"/>
              </a:rPr>
            </a:br>
            <a:r>
              <a:rPr sz="4500" spc="-30">
                <a:solidFill>
                  <a:srgbClr val="000000"/>
                </a:solidFill>
                <a:latin typeface="Microsoft Sans Serif"/>
                <a:cs typeface="Microsoft Sans Serif"/>
              </a:rPr>
              <a:t>Yugesh KC (078BCT095)</a:t>
            </a:r>
            <a:br>
              <a:rPr sz="4500" spc="-30">
                <a:solidFill>
                  <a:srgbClr val="000000"/>
                </a:solidFill>
                <a:latin typeface="Microsoft Sans Serif"/>
                <a:cs typeface="Microsoft Sans Serif"/>
              </a:rPr>
            </a:br>
            <a:r>
              <a:rPr sz="4500" spc="-30">
                <a:solidFill>
                  <a:srgbClr val="000000"/>
                </a:solidFill>
                <a:latin typeface="Microsoft Sans Serif"/>
                <a:cs typeface="Microsoft Sans Serif"/>
              </a:rPr>
              <a:t>Yujal Shrestha (078BCT096)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3" name="object 3" descr=""/>
          <p:cNvGrpSpPr/>
          <p:nvPr/>
        </p:nvGrpSpPr>
        <p:grpSpPr bwMode="auto">
          <a:xfrm>
            <a:off x="13114083" y="578523"/>
            <a:ext cx="5173980" cy="1090295"/>
            <a:chOff x="13114083" y="578523"/>
            <a:chExt cx="5173980" cy="1090295"/>
          </a:xfrm>
        </p:grpSpPr>
        <p:sp>
          <p:nvSpPr>
            <p:cNvPr id="4" name="object 4" descr=""/>
            <p:cNvSpPr/>
            <p:nvPr/>
          </p:nvSpPr>
          <p:spPr bwMode="auto">
            <a:xfrm>
              <a:off x="13114083" y="1143355"/>
              <a:ext cx="5173980" cy="525145"/>
            </a:xfrm>
            <a:custGeom>
              <a:avLst/>
              <a:gdLst/>
              <a:ahLst/>
              <a:cxnLst/>
              <a:rect l="l" t="t" r="r" b="b"/>
              <a:pathLst>
                <a:path w="5173980" h="525144" fill="norm" stroke="1" extrusionOk="0">
                  <a:moveTo>
                    <a:pt x="5173560" y="0"/>
                  </a:moveTo>
                  <a:lnTo>
                    <a:pt x="362877" y="0"/>
                  </a:lnTo>
                  <a:lnTo>
                    <a:pt x="0" y="524878"/>
                  </a:lnTo>
                  <a:lnTo>
                    <a:pt x="5173560" y="524878"/>
                  </a:lnTo>
                  <a:lnTo>
                    <a:pt x="5173560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 descr=""/>
            <p:cNvSpPr/>
            <p:nvPr/>
          </p:nvSpPr>
          <p:spPr bwMode="auto">
            <a:xfrm>
              <a:off x="14118843" y="578523"/>
              <a:ext cx="4169410" cy="525145"/>
            </a:xfrm>
            <a:custGeom>
              <a:avLst/>
              <a:gdLst/>
              <a:ahLst/>
              <a:cxnLst/>
              <a:rect l="l" t="t" r="r" b="b"/>
              <a:pathLst>
                <a:path w="4169409" h="525144" fill="norm" stroke="1" extrusionOk="0">
                  <a:moveTo>
                    <a:pt x="4168800" y="0"/>
                  </a:moveTo>
                  <a:lnTo>
                    <a:pt x="362877" y="0"/>
                  </a:lnTo>
                  <a:lnTo>
                    <a:pt x="0" y="524878"/>
                  </a:lnTo>
                  <a:lnTo>
                    <a:pt x="4168800" y="524878"/>
                  </a:lnTo>
                  <a:lnTo>
                    <a:pt x="4168800" y="0"/>
                  </a:lnTo>
                  <a:close/>
                </a:path>
              </a:pathLst>
            </a:custGeom>
            <a:solidFill>
              <a:srgbClr val="0360D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" name="object 6" descr=""/>
          <p:cNvSpPr/>
          <p:nvPr/>
        </p:nvSpPr>
        <p:spPr bwMode="auto">
          <a:xfrm>
            <a:off x="14945042" y="0"/>
            <a:ext cx="3342640" cy="525145"/>
          </a:xfrm>
          <a:custGeom>
            <a:avLst/>
            <a:gdLst/>
            <a:ahLst/>
            <a:cxnLst/>
            <a:rect l="l" t="t" r="r" b="b"/>
            <a:pathLst>
              <a:path w="3342640" h="525145" fill="norm" stroke="1" extrusionOk="0">
                <a:moveTo>
                  <a:pt x="594360" y="0"/>
                </a:moveTo>
                <a:lnTo>
                  <a:pt x="366115" y="0"/>
                </a:lnTo>
                <a:lnTo>
                  <a:pt x="0" y="524878"/>
                </a:lnTo>
                <a:lnTo>
                  <a:pt x="228600" y="524878"/>
                </a:lnTo>
                <a:lnTo>
                  <a:pt x="594360" y="0"/>
                </a:lnTo>
                <a:close/>
              </a:path>
              <a:path w="3342640" h="525145" fill="norm" stroke="1" extrusionOk="0">
                <a:moveTo>
                  <a:pt x="979563" y="0"/>
                </a:moveTo>
                <a:lnTo>
                  <a:pt x="751319" y="0"/>
                </a:lnTo>
                <a:lnTo>
                  <a:pt x="385559" y="524878"/>
                </a:lnTo>
                <a:lnTo>
                  <a:pt x="613803" y="524878"/>
                </a:lnTo>
                <a:lnTo>
                  <a:pt x="979563" y="0"/>
                </a:lnTo>
                <a:close/>
              </a:path>
              <a:path w="3342640" h="525145" fill="norm" stroke="1" extrusionOk="0">
                <a:moveTo>
                  <a:pt x="3342602" y="0"/>
                </a:moveTo>
                <a:lnTo>
                  <a:pt x="1105560" y="0"/>
                </a:lnTo>
                <a:lnTo>
                  <a:pt x="742683" y="524878"/>
                </a:lnTo>
                <a:lnTo>
                  <a:pt x="3342602" y="524878"/>
                </a:lnTo>
                <a:lnTo>
                  <a:pt x="3342602" y="0"/>
                </a:lnTo>
                <a:close/>
              </a:path>
            </a:pathLst>
          </a:custGeom>
          <a:solidFill>
            <a:srgbClr val="036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 bwMode="auto">
          <a:xfrm>
            <a:off x="-2159" y="645477"/>
            <a:ext cx="18285460" cy="9641204"/>
          </a:xfrm>
          <a:custGeom>
            <a:avLst/>
            <a:gdLst/>
            <a:ahLst/>
            <a:cxnLst/>
            <a:rect l="l" t="t" r="r" b="b"/>
            <a:pathLst>
              <a:path w="18285460" h="9641205" fill="norm" stroke="1" extrusionOk="0">
                <a:moveTo>
                  <a:pt x="18285117" y="71640"/>
                </a:moveTo>
                <a:lnTo>
                  <a:pt x="18249481" y="35636"/>
                </a:lnTo>
                <a:lnTo>
                  <a:pt x="17236796" y="1048321"/>
                </a:lnTo>
                <a:lnTo>
                  <a:pt x="16224479" y="35636"/>
                </a:lnTo>
                <a:lnTo>
                  <a:pt x="16188843" y="71640"/>
                </a:lnTo>
                <a:lnTo>
                  <a:pt x="17201160" y="1083957"/>
                </a:lnTo>
                <a:lnTo>
                  <a:pt x="16224479" y="2060638"/>
                </a:lnTo>
                <a:lnTo>
                  <a:pt x="16188843" y="2025002"/>
                </a:lnTo>
                <a:lnTo>
                  <a:pt x="16188843" y="2096287"/>
                </a:lnTo>
                <a:lnTo>
                  <a:pt x="15212162" y="3072981"/>
                </a:lnTo>
                <a:lnTo>
                  <a:pt x="15176513" y="3037332"/>
                </a:lnTo>
                <a:lnTo>
                  <a:pt x="15176513" y="3108604"/>
                </a:lnTo>
                <a:lnTo>
                  <a:pt x="13187515" y="5097602"/>
                </a:lnTo>
                <a:lnTo>
                  <a:pt x="13151879" y="5061966"/>
                </a:lnTo>
                <a:lnTo>
                  <a:pt x="13151879" y="5133238"/>
                </a:lnTo>
                <a:lnTo>
                  <a:pt x="12200750" y="6084367"/>
                </a:lnTo>
                <a:lnTo>
                  <a:pt x="12156999" y="6040602"/>
                </a:lnTo>
                <a:lnTo>
                  <a:pt x="12156999" y="6111913"/>
                </a:lnTo>
                <a:lnTo>
                  <a:pt x="11178362" y="7090562"/>
                </a:lnTo>
                <a:lnTo>
                  <a:pt x="11142713" y="7054913"/>
                </a:lnTo>
                <a:lnTo>
                  <a:pt x="11142713" y="7126198"/>
                </a:lnTo>
                <a:lnTo>
                  <a:pt x="10166045" y="8102879"/>
                </a:lnTo>
                <a:lnTo>
                  <a:pt x="10130396" y="8067243"/>
                </a:lnTo>
                <a:lnTo>
                  <a:pt x="10130396" y="8138528"/>
                </a:lnTo>
                <a:lnTo>
                  <a:pt x="9153715" y="9115196"/>
                </a:lnTo>
                <a:lnTo>
                  <a:pt x="8212683" y="8174164"/>
                </a:lnTo>
                <a:lnTo>
                  <a:pt x="7200366" y="7161847"/>
                </a:lnTo>
                <a:lnTo>
                  <a:pt x="7164718" y="7126211"/>
                </a:lnTo>
                <a:lnTo>
                  <a:pt x="7200354" y="7090562"/>
                </a:lnTo>
                <a:lnTo>
                  <a:pt x="8141398" y="6149518"/>
                </a:lnTo>
                <a:lnTo>
                  <a:pt x="10130396" y="8138528"/>
                </a:lnTo>
                <a:lnTo>
                  <a:pt x="10130396" y="8067243"/>
                </a:lnTo>
                <a:lnTo>
                  <a:pt x="8212671" y="6149518"/>
                </a:lnTo>
                <a:lnTo>
                  <a:pt x="8177035" y="6113881"/>
                </a:lnTo>
                <a:lnTo>
                  <a:pt x="8175244" y="6112078"/>
                </a:lnTo>
                <a:lnTo>
                  <a:pt x="8177035" y="6110287"/>
                </a:lnTo>
                <a:lnTo>
                  <a:pt x="8107540" y="6040780"/>
                </a:lnTo>
                <a:lnTo>
                  <a:pt x="8107540" y="6112078"/>
                </a:lnTo>
                <a:lnTo>
                  <a:pt x="8105762" y="6113881"/>
                </a:lnTo>
                <a:lnTo>
                  <a:pt x="7129081" y="7090562"/>
                </a:lnTo>
                <a:lnTo>
                  <a:pt x="7093445" y="7054926"/>
                </a:lnTo>
                <a:lnTo>
                  <a:pt x="7093445" y="7126198"/>
                </a:lnTo>
                <a:lnTo>
                  <a:pt x="6113348" y="8105965"/>
                </a:lnTo>
                <a:lnTo>
                  <a:pt x="5169243" y="7161847"/>
                </a:lnTo>
                <a:lnTo>
                  <a:pt x="5133594" y="7126198"/>
                </a:lnTo>
                <a:lnTo>
                  <a:pt x="5169230" y="7090562"/>
                </a:lnTo>
                <a:lnTo>
                  <a:pt x="6113335" y="6146470"/>
                </a:lnTo>
                <a:lnTo>
                  <a:pt x="7093445" y="7126198"/>
                </a:lnTo>
                <a:lnTo>
                  <a:pt x="7093445" y="7054926"/>
                </a:lnTo>
                <a:lnTo>
                  <a:pt x="6150775" y="6111913"/>
                </a:lnTo>
                <a:lnTo>
                  <a:pt x="7129081" y="5133606"/>
                </a:lnTo>
                <a:lnTo>
                  <a:pt x="8107540" y="6112078"/>
                </a:lnTo>
                <a:lnTo>
                  <a:pt x="8107540" y="6040780"/>
                </a:lnTo>
                <a:lnTo>
                  <a:pt x="7200697" y="5133606"/>
                </a:lnTo>
                <a:lnTo>
                  <a:pt x="7164718" y="5097602"/>
                </a:lnTo>
                <a:lnTo>
                  <a:pt x="7200366" y="5061966"/>
                </a:lnTo>
                <a:lnTo>
                  <a:pt x="8141398" y="4121277"/>
                </a:lnTo>
                <a:lnTo>
                  <a:pt x="10132187" y="6112078"/>
                </a:lnTo>
                <a:lnTo>
                  <a:pt x="10130396" y="6113881"/>
                </a:lnTo>
                <a:lnTo>
                  <a:pt x="11142713" y="7126198"/>
                </a:lnTo>
                <a:lnTo>
                  <a:pt x="11142713" y="7054913"/>
                </a:lnTo>
                <a:lnTo>
                  <a:pt x="10200056" y="6111913"/>
                </a:lnTo>
                <a:lnTo>
                  <a:pt x="10237686" y="6074283"/>
                </a:lnTo>
                <a:lnTo>
                  <a:pt x="11178362" y="5133606"/>
                </a:lnTo>
                <a:lnTo>
                  <a:pt x="12156999" y="6111913"/>
                </a:lnTo>
                <a:lnTo>
                  <a:pt x="12156999" y="6040602"/>
                </a:lnTo>
                <a:lnTo>
                  <a:pt x="11250346" y="5133606"/>
                </a:lnTo>
                <a:lnTo>
                  <a:pt x="11214354" y="5097602"/>
                </a:lnTo>
                <a:lnTo>
                  <a:pt x="11249990" y="5061966"/>
                </a:lnTo>
                <a:lnTo>
                  <a:pt x="12165114" y="4146854"/>
                </a:lnTo>
                <a:lnTo>
                  <a:pt x="13151879" y="5133238"/>
                </a:lnTo>
                <a:lnTo>
                  <a:pt x="13151879" y="5061966"/>
                </a:lnTo>
                <a:lnTo>
                  <a:pt x="12210834" y="4120921"/>
                </a:lnTo>
                <a:lnTo>
                  <a:pt x="14199845" y="2131923"/>
                </a:lnTo>
                <a:lnTo>
                  <a:pt x="15176513" y="3108604"/>
                </a:lnTo>
                <a:lnTo>
                  <a:pt x="15176513" y="3037332"/>
                </a:lnTo>
                <a:lnTo>
                  <a:pt x="14271117" y="2131923"/>
                </a:lnTo>
                <a:lnTo>
                  <a:pt x="14164196" y="2025002"/>
                </a:lnTo>
                <a:lnTo>
                  <a:pt x="14164196" y="2096287"/>
                </a:lnTo>
                <a:lnTo>
                  <a:pt x="12200941" y="4059542"/>
                </a:lnTo>
                <a:lnTo>
                  <a:pt x="12191035" y="4049636"/>
                </a:lnTo>
                <a:lnTo>
                  <a:pt x="11178362" y="5061966"/>
                </a:lnTo>
                <a:lnTo>
                  <a:pt x="11142713" y="5026304"/>
                </a:lnTo>
                <a:lnTo>
                  <a:pt x="11142713" y="5097602"/>
                </a:lnTo>
                <a:lnTo>
                  <a:pt x="10166045" y="6074283"/>
                </a:lnTo>
                <a:lnTo>
                  <a:pt x="8213026" y="4121277"/>
                </a:lnTo>
                <a:lnTo>
                  <a:pt x="8177035" y="4085285"/>
                </a:lnTo>
                <a:lnTo>
                  <a:pt x="9153715" y="3108604"/>
                </a:lnTo>
                <a:lnTo>
                  <a:pt x="11142713" y="5097602"/>
                </a:lnTo>
                <a:lnTo>
                  <a:pt x="11142713" y="5026304"/>
                </a:lnTo>
                <a:lnTo>
                  <a:pt x="10202037" y="4085285"/>
                </a:lnTo>
                <a:lnTo>
                  <a:pt x="10237673" y="4049636"/>
                </a:lnTo>
                <a:lnTo>
                  <a:pt x="12165241" y="2122081"/>
                </a:lnTo>
                <a:lnTo>
                  <a:pt x="12175198" y="2131923"/>
                </a:lnTo>
                <a:lnTo>
                  <a:pt x="13187515" y="1119606"/>
                </a:lnTo>
                <a:lnTo>
                  <a:pt x="14164196" y="2096287"/>
                </a:lnTo>
                <a:lnTo>
                  <a:pt x="14164196" y="2025002"/>
                </a:lnTo>
                <a:lnTo>
                  <a:pt x="13258800" y="1119606"/>
                </a:lnTo>
                <a:lnTo>
                  <a:pt x="13223151" y="1083957"/>
                </a:lnTo>
                <a:lnTo>
                  <a:pt x="13258787" y="1048321"/>
                </a:lnTo>
                <a:lnTo>
                  <a:pt x="14199845" y="107276"/>
                </a:lnTo>
                <a:lnTo>
                  <a:pt x="16188843" y="2096287"/>
                </a:lnTo>
                <a:lnTo>
                  <a:pt x="16188843" y="2025002"/>
                </a:lnTo>
                <a:lnTo>
                  <a:pt x="14271117" y="107276"/>
                </a:lnTo>
                <a:lnTo>
                  <a:pt x="14235481" y="71640"/>
                </a:lnTo>
                <a:lnTo>
                  <a:pt x="14199845" y="35636"/>
                </a:lnTo>
                <a:lnTo>
                  <a:pt x="13187515" y="1048321"/>
                </a:lnTo>
                <a:lnTo>
                  <a:pt x="13151879" y="1012672"/>
                </a:lnTo>
                <a:lnTo>
                  <a:pt x="13151879" y="1083957"/>
                </a:lnTo>
                <a:lnTo>
                  <a:pt x="12200763" y="2034730"/>
                </a:lnTo>
                <a:lnTo>
                  <a:pt x="12155043" y="1989010"/>
                </a:lnTo>
                <a:lnTo>
                  <a:pt x="12155043" y="2060638"/>
                </a:lnTo>
                <a:lnTo>
                  <a:pt x="10166045" y="4049636"/>
                </a:lnTo>
                <a:lnTo>
                  <a:pt x="9225001" y="3108604"/>
                </a:lnTo>
                <a:lnTo>
                  <a:pt x="9189364" y="3072981"/>
                </a:lnTo>
                <a:lnTo>
                  <a:pt x="9225013" y="3037332"/>
                </a:lnTo>
                <a:lnTo>
                  <a:pt x="10237648" y="2025002"/>
                </a:lnTo>
                <a:lnTo>
                  <a:pt x="11178362" y="1083957"/>
                </a:lnTo>
                <a:lnTo>
                  <a:pt x="12155043" y="2060638"/>
                </a:lnTo>
                <a:lnTo>
                  <a:pt x="12155043" y="1989010"/>
                </a:lnTo>
                <a:lnTo>
                  <a:pt x="11249990" y="1083957"/>
                </a:lnTo>
                <a:lnTo>
                  <a:pt x="11214354" y="1048321"/>
                </a:lnTo>
                <a:lnTo>
                  <a:pt x="11249990" y="1012685"/>
                </a:lnTo>
                <a:lnTo>
                  <a:pt x="12165114" y="97574"/>
                </a:lnTo>
                <a:lnTo>
                  <a:pt x="13151879" y="1083957"/>
                </a:lnTo>
                <a:lnTo>
                  <a:pt x="13151879" y="1012672"/>
                </a:lnTo>
                <a:lnTo>
                  <a:pt x="12201119" y="61569"/>
                </a:lnTo>
                <a:lnTo>
                  <a:pt x="12226684" y="36004"/>
                </a:lnTo>
                <a:lnTo>
                  <a:pt x="12191035" y="0"/>
                </a:lnTo>
                <a:lnTo>
                  <a:pt x="11178362" y="1012685"/>
                </a:lnTo>
                <a:lnTo>
                  <a:pt x="10166045" y="0"/>
                </a:lnTo>
                <a:lnTo>
                  <a:pt x="10130396" y="36004"/>
                </a:lnTo>
                <a:lnTo>
                  <a:pt x="11142713" y="1048321"/>
                </a:lnTo>
                <a:lnTo>
                  <a:pt x="10166045" y="2025002"/>
                </a:lnTo>
                <a:lnTo>
                  <a:pt x="10130396" y="1989366"/>
                </a:lnTo>
                <a:lnTo>
                  <a:pt x="10130396" y="2060638"/>
                </a:lnTo>
                <a:lnTo>
                  <a:pt x="9153715" y="3037332"/>
                </a:lnTo>
                <a:lnTo>
                  <a:pt x="9118079" y="3001695"/>
                </a:lnTo>
                <a:lnTo>
                  <a:pt x="9118079" y="3072981"/>
                </a:lnTo>
                <a:lnTo>
                  <a:pt x="7129081" y="5061966"/>
                </a:lnTo>
                <a:lnTo>
                  <a:pt x="7093445" y="5026330"/>
                </a:lnTo>
                <a:lnTo>
                  <a:pt x="7093445" y="5097602"/>
                </a:lnTo>
                <a:lnTo>
                  <a:pt x="6113335" y="6077712"/>
                </a:lnTo>
                <a:lnTo>
                  <a:pt x="6076239" y="6040602"/>
                </a:lnTo>
                <a:lnTo>
                  <a:pt x="6076239" y="6111913"/>
                </a:lnTo>
                <a:lnTo>
                  <a:pt x="5097602" y="7090562"/>
                </a:lnTo>
                <a:lnTo>
                  <a:pt x="5061953" y="7054913"/>
                </a:lnTo>
                <a:lnTo>
                  <a:pt x="5061953" y="7126198"/>
                </a:lnTo>
                <a:lnTo>
                  <a:pt x="4085285" y="8102879"/>
                </a:lnTo>
                <a:lnTo>
                  <a:pt x="4049636" y="8067243"/>
                </a:lnTo>
                <a:lnTo>
                  <a:pt x="4049636" y="8138528"/>
                </a:lnTo>
                <a:lnTo>
                  <a:pt x="3072955" y="9115196"/>
                </a:lnTo>
                <a:lnTo>
                  <a:pt x="2131911" y="8174177"/>
                </a:lnTo>
                <a:lnTo>
                  <a:pt x="1119593" y="7161847"/>
                </a:lnTo>
                <a:lnTo>
                  <a:pt x="1083957" y="7126211"/>
                </a:lnTo>
                <a:lnTo>
                  <a:pt x="1119593" y="7090562"/>
                </a:lnTo>
                <a:lnTo>
                  <a:pt x="2060638" y="6149518"/>
                </a:lnTo>
                <a:lnTo>
                  <a:pt x="4049636" y="8138528"/>
                </a:lnTo>
                <a:lnTo>
                  <a:pt x="4049636" y="8067243"/>
                </a:lnTo>
                <a:lnTo>
                  <a:pt x="2131911" y="6149518"/>
                </a:lnTo>
                <a:lnTo>
                  <a:pt x="2096274" y="6113881"/>
                </a:lnTo>
                <a:lnTo>
                  <a:pt x="2094484" y="6112078"/>
                </a:lnTo>
                <a:lnTo>
                  <a:pt x="2096274" y="6110287"/>
                </a:lnTo>
                <a:lnTo>
                  <a:pt x="2026780" y="6040780"/>
                </a:lnTo>
                <a:lnTo>
                  <a:pt x="2026780" y="6112078"/>
                </a:lnTo>
                <a:lnTo>
                  <a:pt x="2025002" y="6113881"/>
                </a:lnTo>
                <a:lnTo>
                  <a:pt x="1048321" y="7090562"/>
                </a:lnTo>
                <a:lnTo>
                  <a:pt x="70015" y="6111913"/>
                </a:lnTo>
                <a:lnTo>
                  <a:pt x="1048321" y="5133606"/>
                </a:lnTo>
                <a:lnTo>
                  <a:pt x="2026780" y="6112078"/>
                </a:lnTo>
                <a:lnTo>
                  <a:pt x="2026780" y="6040780"/>
                </a:lnTo>
                <a:lnTo>
                  <a:pt x="1119936" y="5133606"/>
                </a:lnTo>
                <a:lnTo>
                  <a:pt x="1083957" y="5097602"/>
                </a:lnTo>
                <a:lnTo>
                  <a:pt x="1119606" y="5061966"/>
                </a:lnTo>
                <a:lnTo>
                  <a:pt x="2060638" y="4121277"/>
                </a:lnTo>
                <a:lnTo>
                  <a:pt x="4051427" y="6112078"/>
                </a:lnTo>
                <a:lnTo>
                  <a:pt x="4049636" y="6113881"/>
                </a:lnTo>
                <a:lnTo>
                  <a:pt x="5061953" y="7126198"/>
                </a:lnTo>
                <a:lnTo>
                  <a:pt x="5061953" y="7054913"/>
                </a:lnTo>
                <a:lnTo>
                  <a:pt x="4119283" y="6111913"/>
                </a:lnTo>
                <a:lnTo>
                  <a:pt x="4156913" y="6074283"/>
                </a:lnTo>
                <a:lnTo>
                  <a:pt x="5097602" y="5133606"/>
                </a:lnTo>
                <a:lnTo>
                  <a:pt x="6076239" y="6111913"/>
                </a:lnTo>
                <a:lnTo>
                  <a:pt x="6076239" y="6040602"/>
                </a:lnTo>
                <a:lnTo>
                  <a:pt x="5169586" y="5133606"/>
                </a:lnTo>
                <a:lnTo>
                  <a:pt x="5133594" y="5097602"/>
                </a:lnTo>
                <a:lnTo>
                  <a:pt x="5169230" y="5061966"/>
                </a:lnTo>
                <a:lnTo>
                  <a:pt x="6113335" y="4117873"/>
                </a:lnTo>
                <a:lnTo>
                  <a:pt x="7093445" y="5097602"/>
                </a:lnTo>
                <a:lnTo>
                  <a:pt x="7093445" y="5026330"/>
                </a:lnTo>
                <a:lnTo>
                  <a:pt x="6152400" y="4085285"/>
                </a:lnTo>
                <a:lnTo>
                  <a:pt x="8141398" y="2096287"/>
                </a:lnTo>
                <a:lnTo>
                  <a:pt x="9118079" y="3072981"/>
                </a:lnTo>
                <a:lnTo>
                  <a:pt x="9118079" y="3001695"/>
                </a:lnTo>
                <a:lnTo>
                  <a:pt x="8212671" y="2096287"/>
                </a:lnTo>
                <a:lnTo>
                  <a:pt x="8105762" y="1989378"/>
                </a:lnTo>
                <a:lnTo>
                  <a:pt x="8105762" y="2060638"/>
                </a:lnTo>
                <a:lnTo>
                  <a:pt x="6113335" y="4052709"/>
                </a:lnTo>
                <a:lnTo>
                  <a:pt x="6110275" y="4049636"/>
                </a:lnTo>
                <a:lnTo>
                  <a:pt x="5097602" y="5061966"/>
                </a:lnTo>
                <a:lnTo>
                  <a:pt x="5061953" y="5026304"/>
                </a:lnTo>
                <a:lnTo>
                  <a:pt x="5061953" y="5097602"/>
                </a:lnTo>
                <a:lnTo>
                  <a:pt x="4085285" y="6074283"/>
                </a:lnTo>
                <a:lnTo>
                  <a:pt x="2132266" y="4121277"/>
                </a:lnTo>
                <a:lnTo>
                  <a:pt x="2096274" y="4085285"/>
                </a:lnTo>
                <a:lnTo>
                  <a:pt x="3072955" y="3108604"/>
                </a:lnTo>
                <a:lnTo>
                  <a:pt x="5061953" y="5097602"/>
                </a:lnTo>
                <a:lnTo>
                  <a:pt x="5061953" y="5026304"/>
                </a:lnTo>
                <a:lnTo>
                  <a:pt x="4121277" y="4085285"/>
                </a:lnTo>
                <a:lnTo>
                  <a:pt x="4156913" y="4049636"/>
                </a:lnTo>
                <a:lnTo>
                  <a:pt x="6113500" y="2093061"/>
                </a:lnTo>
                <a:lnTo>
                  <a:pt x="6116764" y="2096287"/>
                </a:lnTo>
                <a:lnTo>
                  <a:pt x="7129081" y="1083957"/>
                </a:lnTo>
                <a:lnTo>
                  <a:pt x="8105762" y="2060638"/>
                </a:lnTo>
                <a:lnTo>
                  <a:pt x="8105762" y="1989378"/>
                </a:lnTo>
                <a:lnTo>
                  <a:pt x="7200354" y="1083957"/>
                </a:lnTo>
                <a:lnTo>
                  <a:pt x="7164718" y="1048321"/>
                </a:lnTo>
                <a:lnTo>
                  <a:pt x="7200354" y="1012685"/>
                </a:lnTo>
                <a:lnTo>
                  <a:pt x="8141398" y="71640"/>
                </a:lnTo>
                <a:lnTo>
                  <a:pt x="10130396" y="2060638"/>
                </a:lnTo>
                <a:lnTo>
                  <a:pt x="10130396" y="1989366"/>
                </a:lnTo>
                <a:lnTo>
                  <a:pt x="8212671" y="71640"/>
                </a:lnTo>
                <a:lnTo>
                  <a:pt x="8177035" y="36004"/>
                </a:lnTo>
                <a:lnTo>
                  <a:pt x="8141398" y="0"/>
                </a:lnTo>
                <a:lnTo>
                  <a:pt x="8105762" y="36004"/>
                </a:lnTo>
                <a:lnTo>
                  <a:pt x="7129081" y="1012685"/>
                </a:lnTo>
                <a:lnTo>
                  <a:pt x="7093445" y="977036"/>
                </a:lnTo>
                <a:lnTo>
                  <a:pt x="7093445" y="1048321"/>
                </a:lnTo>
                <a:lnTo>
                  <a:pt x="6113335" y="2028063"/>
                </a:lnTo>
                <a:lnTo>
                  <a:pt x="6074283" y="1989010"/>
                </a:lnTo>
                <a:lnTo>
                  <a:pt x="6074283" y="2060638"/>
                </a:lnTo>
                <a:lnTo>
                  <a:pt x="4085285" y="4049636"/>
                </a:lnTo>
                <a:lnTo>
                  <a:pt x="3144240" y="3108604"/>
                </a:lnTo>
                <a:lnTo>
                  <a:pt x="3108604" y="3072981"/>
                </a:lnTo>
                <a:lnTo>
                  <a:pt x="3144253" y="3037332"/>
                </a:lnTo>
                <a:lnTo>
                  <a:pt x="4156887" y="2025002"/>
                </a:lnTo>
                <a:lnTo>
                  <a:pt x="5097602" y="1083957"/>
                </a:lnTo>
                <a:lnTo>
                  <a:pt x="6074283" y="2060638"/>
                </a:lnTo>
                <a:lnTo>
                  <a:pt x="6074283" y="1989010"/>
                </a:lnTo>
                <a:lnTo>
                  <a:pt x="5169230" y="1083957"/>
                </a:lnTo>
                <a:lnTo>
                  <a:pt x="5133594" y="1048321"/>
                </a:lnTo>
                <a:lnTo>
                  <a:pt x="5169230" y="1012685"/>
                </a:lnTo>
                <a:lnTo>
                  <a:pt x="6113335" y="68592"/>
                </a:lnTo>
                <a:lnTo>
                  <a:pt x="7093445" y="1048321"/>
                </a:lnTo>
                <a:lnTo>
                  <a:pt x="7093445" y="977036"/>
                </a:lnTo>
                <a:lnTo>
                  <a:pt x="6116764" y="0"/>
                </a:lnTo>
                <a:lnTo>
                  <a:pt x="6113500" y="3263"/>
                </a:lnTo>
                <a:lnTo>
                  <a:pt x="6110275" y="0"/>
                </a:lnTo>
                <a:lnTo>
                  <a:pt x="5097602" y="1012685"/>
                </a:lnTo>
                <a:lnTo>
                  <a:pt x="4085285" y="0"/>
                </a:lnTo>
                <a:lnTo>
                  <a:pt x="4049636" y="36004"/>
                </a:lnTo>
                <a:lnTo>
                  <a:pt x="5061953" y="1048321"/>
                </a:lnTo>
                <a:lnTo>
                  <a:pt x="4085285" y="2025002"/>
                </a:lnTo>
                <a:lnTo>
                  <a:pt x="4049636" y="1989366"/>
                </a:lnTo>
                <a:lnTo>
                  <a:pt x="4049636" y="2060638"/>
                </a:lnTo>
                <a:lnTo>
                  <a:pt x="3072955" y="3037332"/>
                </a:lnTo>
                <a:lnTo>
                  <a:pt x="3037319" y="3001695"/>
                </a:lnTo>
                <a:lnTo>
                  <a:pt x="3037319" y="3072981"/>
                </a:lnTo>
                <a:lnTo>
                  <a:pt x="1048321" y="5061966"/>
                </a:lnTo>
                <a:lnTo>
                  <a:pt x="71640" y="4085285"/>
                </a:lnTo>
                <a:lnTo>
                  <a:pt x="2060638" y="2096287"/>
                </a:lnTo>
                <a:lnTo>
                  <a:pt x="3037319" y="3072981"/>
                </a:lnTo>
                <a:lnTo>
                  <a:pt x="3037319" y="3001695"/>
                </a:lnTo>
                <a:lnTo>
                  <a:pt x="2131911" y="2096287"/>
                </a:lnTo>
                <a:lnTo>
                  <a:pt x="1119593" y="1083957"/>
                </a:lnTo>
                <a:lnTo>
                  <a:pt x="1083957" y="1048321"/>
                </a:lnTo>
                <a:lnTo>
                  <a:pt x="1119593" y="1012685"/>
                </a:lnTo>
                <a:lnTo>
                  <a:pt x="2060638" y="71640"/>
                </a:lnTo>
                <a:lnTo>
                  <a:pt x="4049636" y="2060638"/>
                </a:lnTo>
                <a:lnTo>
                  <a:pt x="4049636" y="1989366"/>
                </a:lnTo>
                <a:lnTo>
                  <a:pt x="2131911" y="71640"/>
                </a:lnTo>
                <a:lnTo>
                  <a:pt x="2096274" y="36004"/>
                </a:lnTo>
                <a:lnTo>
                  <a:pt x="2060638" y="0"/>
                </a:lnTo>
                <a:lnTo>
                  <a:pt x="2025002" y="36004"/>
                </a:lnTo>
                <a:lnTo>
                  <a:pt x="1048321" y="1012685"/>
                </a:lnTo>
                <a:lnTo>
                  <a:pt x="36004" y="0"/>
                </a:lnTo>
                <a:lnTo>
                  <a:pt x="0" y="36004"/>
                </a:lnTo>
                <a:lnTo>
                  <a:pt x="1012685" y="1048321"/>
                </a:lnTo>
                <a:lnTo>
                  <a:pt x="0" y="2060638"/>
                </a:lnTo>
                <a:lnTo>
                  <a:pt x="36004" y="2096287"/>
                </a:lnTo>
                <a:lnTo>
                  <a:pt x="1048321" y="1083957"/>
                </a:lnTo>
                <a:lnTo>
                  <a:pt x="2025002" y="2060638"/>
                </a:lnTo>
                <a:lnTo>
                  <a:pt x="0" y="4085285"/>
                </a:lnTo>
                <a:lnTo>
                  <a:pt x="1012685" y="5097602"/>
                </a:lnTo>
                <a:lnTo>
                  <a:pt x="0" y="6110287"/>
                </a:lnTo>
                <a:lnTo>
                  <a:pt x="2159" y="6112434"/>
                </a:lnTo>
                <a:lnTo>
                  <a:pt x="2159" y="6116040"/>
                </a:lnTo>
                <a:lnTo>
                  <a:pt x="1012685" y="7126198"/>
                </a:lnTo>
                <a:lnTo>
                  <a:pt x="2159" y="8136382"/>
                </a:lnTo>
                <a:lnTo>
                  <a:pt x="2159" y="8140674"/>
                </a:lnTo>
                <a:lnTo>
                  <a:pt x="36004" y="8174164"/>
                </a:lnTo>
                <a:lnTo>
                  <a:pt x="1048321" y="7161847"/>
                </a:lnTo>
                <a:lnTo>
                  <a:pt x="2025002" y="8138528"/>
                </a:lnTo>
                <a:lnTo>
                  <a:pt x="522351" y="9641180"/>
                </a:lnTo>
                <a:lnTo>
                  <a:pt x="593636" y="9641167"/>
                </a:lnTo>
                <a:lnTo>
                  <a:pt x="2060638" y="8174164"/>
                </a:lnTo>
                <a:lnTo>
                  <a:pt x="3037319" y="9150845"/>
                </a:lnTo>
                <a:lnTo>
                  <a:pt x="2546997" y="9641167"/>
                </a:lnTo>
                <a:lnTo>
                  <a:pt x="2618270" y="9641167"/>
                </a:lnTo>
                <a:lnTo>
                  <a:pt x="3072955" y="9186481"/>
                </a:lnTo>
                <a:lnTo>
                  <a:pt x="3527475" y="9641167"/>
                </a:lnTo>
                <a:lnTo>
                  <a:pt x="3598926" y="9641167"/>
                </a:lnTo>
                <a:lnTo>
                  <a:pt x="3144240" y="9186481"/>
                </a:lnTo>
                <a:lnTo>
                  <a:pt x="3108604" y="9150845"/>
                </a:lnTo>
                <a:lnTo>
                  <a:pt x="3144253" y="9115196"/>
                </a:lnTo>
                <a:lnTo>
                  <a:pt x="4156900" y="8102879"/>
                </a:lnTo>
                <a:lnTo>
                  <a:pt x="5097602" y="7161847"/>
                </a:lnTo>
                <a:lnTo>
                  <a:pt x="6074283" y="8138528"/>
                </a:lnTo>
                <a:lnTo>
                  <a:pt x="4571631" y="9641167"/>
                </a:lnTo>
                <a:lnTo>
                  <a:pt x="4643272" y="9641167"/>
                </a:lnTo>
                <a:lnTo>
                  <a:pt x="6113500" y="8170951"/>
                </a:lnTo>
                <a:lnTo>
                  <a:pt x="6116764" y="8174164"/>
                </a:lnTo>
                <a:lnTo>
                  <a:pt x="7129081" y="7161847"/>
                </a:lnTo>
                <a:lnTo>
                  <a:pt x="8105762" y="8138528"/>
                </a:lnTo>
                <a:lnTo>
                  <a:pt x="6603111" y="9641180"/>
                </a:lnTo>
                <a:lnTo>
                  <a:pt x="6674396" y="9641180"/>
                </a:lnTo>
                <a:lnTo>
                  <a:pt x="8141398" y="8174177"/>
                </a:lnTo>
                <a:lnTo>
                  <a:pt x="9118079" y="9150845"/>
                </a:lnTo>
                <a:lnTo>
                  <a:pt x="8627758" y="9641180"/>
                </a:lnTo>
                <a:lnTo>
                  <a:pt x="8699030" y="9641180"/>
                </a:lnTo>
                <a:lnTo>
                  <a:pt x="9153715" y="9186481"/>
                </a:lnTo>
                <a:lnTo>
                  <a:pt x="9608236" y="9641180"/>
                </a:lnTo>
                <a:lnTo>
                  <a:pt x="9679686" y="9641180"/>
                </a:lnTo>
                <a:lnTo>
                  <a:pt x="9225001" y="9186481"/>
                </a:lnTo>
                <a:lnTo>
                  <a:pt x="9189364" y="9150845"/>
                </a:lnTo>
                <a:lnTo>
                  <a:pt x="9225013" y="9115196"/>
                </a:lnTo>
                <a:lnTo>
                  <a:pt x="10237660" y="8102879"/>
                </a:lnTo>
                <a:lnTo>
                  <a:pt x="11178362" y="7161847"/>
                </a:lnTo>
                <a:lnTo>
                  <a:pt x="12155043" y="8138528"/>
                </a:lnTo>
                <a:lnTo>
                  <a:pt x="10652404" y="9641180"/>
                </a:lnTo>
                <a:lnTo>
                  <a:pt x="10724032" y="9641180"/>
                </a:lnTo>
                <a:lnTo>
                  <a:pt x="12165432" y="8199780"/>
                </a:lnTo>
                <a:lnTo>
                  <a:pt x="12175198" y="8209445"/>
                </a:lnTo>
                <a:lnTo>
                  <a:pt x="13187515" y="7197128"/>
                </a:lnTo>
                <a:lnTo>
                  <a:pt x="14164196" y="8173796"/>
                </a:lnTo>
                <a:lnTo>
                  <a:pt x="12696825" y="9641180"/>
                </a:lnTo>
                <a:lnTo>
                  <a:pt x="12768110" y="9641180"/>
                </a:lnTo>
                <a:lnTo>
                  <a:pt x="14199845" y="8209445"/>
                </a:lnTo>
                <a:lnTo>
                  <a:pt x="15176513" y="9186126"/>
                </a:lnTo>
                <a:lnTo>
                  <a:pt x="14721472" y="9641180"/>
                </a:lnTo>
                <a:lnTo>
                  <a:pt x="14792744" y="9641180"/>
                </a:lnTo>
                <a:lnTo>
                  <a:pt x="15212162" y="9221762"/>
                </a:lnTo>
                <a:lnTo>
                  <a:pt x="15631414" y="9641180"/>
                </a:lnTo>
                <a:lnTo>
                  <a:pt x="15702839" y="9641180"/>
                </a:lnTo>
                <a:lnTo>
                  <a:pt x="15283434" y="9221762"/>
                </a:lnTo>
                <a:lnTo>
                  <a:pt x="15247798" y="9186126"/>
                </a:lnTo>
                <a:lnTo>
                  <a:pt x="15283447" y="9150477"/>
                </a:lnTo>
                <a:lnTo>
                  <a:pt x="16296094" y="8138160"/>
                </a:lnTo>
                <a:lnTo>
                  <a:pt x="17236796" y="7197128"/>
                </a:lnTo>
                <a:lnTo>
                  <a:pt x="18213477" y="8173796"/>
                </a:lnTo>
                <a:lnTo>
                  <a:pt x="16746106" y="9641180"/>
                </a:lnTo>
                <a:lnTo>
                  <a:pt x="16817747" y="9641180"/>
                </a:lnTo>
                <a:lnTo>
                  <a:pt x="18285117" y="8173809"/>
                </a:lnTo>
                <a:lnTo>
                  <a:pt x="17308449" y="7197128"/>
                </a:lnTo>
                <a:lnTo>
                  <a:pt x="17272800" y="7161479"/>
                </a:lnTo>
                <a:lnTo>
                  <a:pt x="17308437" y="7125843"/>
                </a:lnTo>
                <a:lnTo>
                  <a:pt x="18285117" y="6149162"/>
                </a:lnTo>
                <a:lnTo>
                  <a:pt x="18283505" y="6147536"/>
                </a:lnTo>
                <a:lnTo>
                  <a:pt x="18285117" y="6145923"/>
                </a:lnTo>
                <a:lnTo>
                  <a:pt x="18215267" y="6076061"/>
                </a:lnTo>
                <a:lnTo>
                  <a:pt x="18215267" y="6147371"/>
                </a:lnTo>
                <a:lnTo>
                  <a:pt x="17236796" y="7125843"/>
                </a:lnTo>
                <a:lnTo>
                  <a:pt x="17201160" y="7090207"/>
                </a:lnTo>
                <a:lnTo>
                  <a:pt x="17201160" y="7161479"/>
                </a:lnTo>
                <a:lnTo>
                  <a:pt x="16224479" y="8138160"/>
                </a:lnTo>
                <a:lnTo>
                  <a:pt x="16188843" y="8102524"/>
                </a:lnTo>
                <a:lnTo>
                  <a:pt x="16188843" y="8173796"/>
                </a:lnTo>
                <a:lnTo>
                  <a:pt x="15212162" y="9150477"/>
                </a:lnTo>
                <a:lnTo>
                  <a:pt x="14271130" y="8209445"/>
                </a:lnTo>
                <a:lnTo>
                  <a:pt x="13258800" y="7197128"/>
                </a:lnTo>
                <a:lnTo>
                  <a:pt x="13223151" y="7161479"/>
                </a:lnTo>
                <a:lnTo>
                  <a:pt x="13258787" y="7125843"/>
                </a:lnTo>
                <a:lnTo>
                  <a:pt x="14199845" y="6184798"/>
                </a:lnTo>
                <a:lnTo>
                  <a:pt x="16188843" y="8173796"/>
                </a:lnTo>
                <a:lnTo>
                  <a:pt x="16188843" y="8102524"/>
                </a:lnTo>
                <a:lnTo>
                  <a:pt x="14271117" y="6184798"/>
                </a:lnTo>
                <a:lnTo>
                  <a:pt x="14235481" y="6149162"/>
                </a:lnTo>
                <a:lnTo>
                  <a:pt x="14233868" y="6147536"/>
                </a:lnTo>
                <a:lnTo>
                  <a:pt x="14235481" y="6145923"/>
                </a:lnTo>
                <a:lnTo>
                  <a:pt x="14165644" y="6076073"/>
                </a:lnTo>
                <a:lnTo>
                  <a:pt x="14165644" y="6147371"/>
                </a:lnTo>
                <a:lnTo>
                  <a:pt x="13187515" y="7125843"/>
                </a:lnTo>
                <a:lnTo>
                  <a:pt x="13151879" y="7090207"/>
                </a:lnTo>
                <a:lnTo>
                  <a:pt x="13151879" y="7161479"/>
                </a:lnTo>
                <a:lnTo>
                  <a:pt x="12200585" y="8112442"/>
                </a:lnTo>
                <a:lnTo>
                  <a:pt x="11250003" y="7161847"/>
                </a:lnTo>
                <a:lnTo>
                  <a:pt x="11214354" y="7126198"/>
                </a:lnTo>
                <a:lnTo>
                  <a:pt x="11249990" y="7090562"/>
                </a:lnTo>
                <a:lnTo>
                  <a:pt x="12165292" y="6175273"/>
                </a:lnTo>
                <a:lnTo>
                  <a:pt x="13151879" y="7161479"/>
                </a:lnTo>
                <a:lnTo>
                  <a:pt x="13151879" y="7090207"/>
                </a:lnTo>
                <a:lnTo>
                  <a:pt x="12209386" y="6147371"/>
                </a:lnTo>
                <a:lnTo>
                  <a:pt x="13187515" y="5169243"/>
                </a:lnTo>
                <a:lnTo>
                  <a:pt x="14165644" y="6147371"/>
                </a:lnTo>
                <a:lnTo>
                  <a:pt x="14165644" y="6076073"/>
                </a:lnTo>
                <a:lnTo>
                  <a:pt x="13259143" y="5169243"/>
                </a:lnTo>
                <a:lnTo>
                  <a:pt x="13223151" y="5133238"/>
                </a:lnTo>
                <a:lnTo>
                  <a:pt x="13258813" y="5097602"/>
                </a:lnTo>
                <a:lnTo>
                  <a:pt x="14199845" y="4156926"/>
                </a:lnTo>
                <a:lnTo>
                  <a:pt x="16190443" y="6147536"/>
                </a:lnTo>
                <a:lnTo>
                  <a:pt x="16188843" y="6149162"/>
                </a:lnTo>
                <a:lnTo>
                  <a:pt x="17201160" y="7161479"/>
                </a:lnTo>
                <a:lnTo>
                  <a:pt x="17201160" y="7090207"/>
                </a:lnTo>
                <a:lnTo>
                  <a:pt x="16258667" y="6147371"/>
                </a:lnTo>
                <a:lnTo>
                  <a:pt x="16296120" y="6109919"/>
                </a:lnTo>
                <a:lnTo>
                  <a:pt x="17236796" y="5169243"/>
                </a:lnTo>
                <a:lnTo>
                  <a:pt x="18215267" y="6147371"/>
                </a:lnTo>
                <a:lnTo>
                  <a:pt x="18215267" y="6076061"/>
                </a:lnTo>
                <a:lnTo>
                  <a:pt x="17308780" y="5169243"/>
                </a:lnTo>
                <a:lnTo>
                  <a:pt x="17272800" y="5133238"/>
                </a:lnTo>
                <a:lnTo>
                  <a:pt x="17308437" y="5097602"/>
                </a:lnTo>
                <a:lnTo>
                  <a:pt x="18285117" y="4120921"/>
                </a:lnTo>
                <a:lnTo>
                  <a:pt x="18249481" y="4085285"/>
                </a:lnTo>
                <a:lnTo>
                  <a:pt x="17236796" y="5097602"/>
                </a:lnTo>
                <a:lnTo>
                  <a:pt x="17201160" y="5061953"/>
                </a:lnTo>
                <a:lnTo>
                  <a:pt x="17201160" y="5133238"/>
                </a:lnTo>
                <a:lnTo>
                  <a:pt x="16224479" y="6109919"/>
                </a:lnTo>
                <a:lnTo>
                  <a:pt x="14271485" y="4156926"/>
                </a:lnTo>
                <a:lnTo>
                  <a:pt x="14235481" y="4120921"/>
                </a:lnTo>
                <a:lnTo>
                  <a:pt x="15212162" y="3144240"/>
                </a:lnTo>
                <a:lnTo>
                  <a:pt x="17201160" y="5133238"/>
                </a:lnTo>
                <a:lnTo>
                  <a:pt x="17201160" y="5061953"/>
                </a:lnTo>
                <a:lnTo>
                  <a:pt x="16260483" y="4120921"/>
                </a:lnTo>
                <a:lnTo>
                  <a:pt x="16296120" y="4085285"/>
                </a:lnTo>
                <a:lnTo>
                  <a:pt x="18285117" y="2096287"/>
                </a:lnTo>
                <a:lnTo>
                  <a:pt x="18213477" y="2024646"/>
                </a:lnTo>
                <a:lnTo>
                  <a:pt x="18213477" y="2096287"/>
                </a:lnTo>
                <a:lnTo>
                  <a:pt x="16224479" y="4085285"/>
                </a:lnTo>
                <a:lnTo>
                  <a:pt x="15283434" y="3144240"/>
                </a:lnTo>
                <a:lnTo>
                  <a:pt x="15247798" y="3108604"/>
                </a:lnTo>
                <a:lnTo>
                  <a:pt x="15283434" y="3072981"/>
                </a:lnTo>
                <a:lnTo>
                  <a:pt x="16224479" y="2131923"/>
                </a:lnTo>
                <a:lnTo>
                  <a:pt x="16260483" y="2096287"/>
                </a:lnTo>
                <a:lnTo>
                  <a:pt x="16296107" y="2060638"/>
                </a:lnTo>
                <a:lnTo>
                  <a:pt x="17236796" y="1119606"/>
                </a:lnTo>
                <a:lnTo>
                  <a:pt x="18213477" y="2096287"/>
                </a:lnTo>
                <a:lnTo>
                  <a:pt x="18213477" y="2024646"/>
                </a:lnTo>
                <a:lnTo>
                  <a:pt x="17308437" y="1119606"/>
                </a:lnTo>
                <a:lnTo>
                  <a:pt x="17272800" y="1083957"/>
                </a:lnTo>
                <a:lnTo>
                  <a:pt x="17308437" y="1048321"/>
                </a:lnTo>
                <a:lnTo>
                  <a:pt x="18285117" y="71640"/>
                </a:lnTo>
                <a:close/>
              </a:path>
            </a:pathLst>
          </a:custGeom>
          <a:solidFill>
            <a:srgbClr val="EBF1FD">
              <a:alpha val="50000"/>
            </a:srgbClr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object 3" descr=""/>
          <p:cNvSpPr txBox="1"/>
          <p:nvPr/>
        </p:nvSpPr>
        <p:spPr bwMode="auto">
          <a:xfrm>
            <a:off x="0" y="3849484"/>
            <a:ext cx="9144000" cy="2545080"/>
          </a:xfrm>
          <a:prstGeom prst="rect">
            <a:avLst/>
          </a:prstGeom>
          <a:solidFill>
            <a:srgbClr val="0049AC"/>
          </a:solidFill>
        </p:spPr>
        <p:txBody>
          <a:bodyPr vert="horz" wrap="square" lIns="0" tIns="727075" rIns="0" bIns="0" rtlCol="0">
            <a:spAutoFit/>
          </a:bodyPr>
          <a:lstStyle/>
          <a:p>
            <a:pPr marL="916940" algn="ctr">
              <a:lnSpc>
                <a:spcPct val="100000"/>
              </a:lnSpc>
              <a:spcBef>
                <a:spcPts val="5725"/>
              </a:spcBef>
              <a:defRPr/>
            </a:pPr>
            <a:r>
              <a:rPr sz="8000" spc="-10">
                <a:solidFill>
                  <a:srgbClr val="FFFFFF"/>
                </a:solidFill>
                <a:latin typeface="Arial Black"/>
                <a:cs typeface="Arial Black"/>
              </a:rPr>
              <a:t>Intro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 bwMode="auto">
          <a:xfrm>
            <a:off x="11583263" y="2127504"/>
            <a:ext cx="34372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600" spc="-275">
                <a:solidFill>
                  <a:srgbClr val="000000"/>
                </a:solidFill>
              </a:rPr>
              <a:t>1.</a:t>
            </a:r>
            <a:r>
              <a:rPr sz="3600" spc="-265">
                <a:solidFill>
                  <a:srgbClr val="000000"/>
                </a:solidFill>
              </a:rPr>
              <a:t> </a:t>
            </a:r>
            <a:r>
              <a:rPr sz="3600" spc="-114">
                <a:solidFill>
                  <a:srgbClr val="000000"/>
                </a:solidFill>
              </a:rPr>
              <a:t>Introduction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 bwMode="auto">
          <a:xfrm>
            <a:off x="11583263" y="2676143"/>
            <a:ext cx="5024755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970" indent="-50927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521970" algn="l"/>
              </a:tabLst>
              <a:defRPr/>
            </a:pPr>
            <a:r>
              <a:rPr sz="3600" spc="-175">
                <a:latin typeface="Arial Black"/>
                <a:cs typeface="Arial Black"/>
              </a:rPr>
              <a:t>Problem</a:t>
            </a:r>
            <a:r>
              <a:rPr sz="3600" spc="-254">
                <a:latin typeface="Arial Black"/>
                <a:cs typeface="Arial Black"/>
              </a:rPr>
              <a:t> </a:t>
            </a:r>
            <a:r>
              <a:rPr sz="3600" spc="-130">
                <a:latin typeface="Arial Black"/>
                <a:cs typeface="Arial Black"/>
              </a:rPr>
              <a:t>Statement</a:t>
            </a:r>
            <a:endParaRPr sz="3600">
              <a:latin typeface="Arial Black"/>
              <a:cs typeface="Arial Black"/>
            </a:endParaRPr>
          </a:p>
          <a:p>
            <a:pPr marL="521970" indent="-509270">
              <a:lnSpc>
                <a:spcPct val="100000"/>
              </a:lnSpc>
              <a:buAutoNum type="arabicPeriod" startAt="2"/>
              <a:tabLst>
                <a:tab pos="521970" algn="l"/>
              </a:tabLst>
              <a:defRPr/>
            </a:pPr>
            <a:r>
              <a:rPr sz="3600" spc="-140">
                <a:latin typeface="Arial Black"/>
                <a:cs typeface="Arial Black"/>
              </a:rPr>
              <a:t>Current</a:t>
            </a:r>
            <a:r>
              <a:rPr sz="3600" spc="-245">
                <a:latin typeface="Arial Black"/>
                <a:cs typeface="Arial Black"/>
              </a:rPr>
              <a:t> </a:t>
            </a:r>
            <a:r>
              <a:rPr sz="3600" spc="-85">
                <a:latin typeface="Arial Black"/>
                <a:cs typeface="Arial Black"/>
              </a:rPr>
              <a:t>Solutions</a:t>
            </a:r>
            <a:endParaRPr sz="3600">
              <a:latin typeface="Arial Black"/>
              <a:cs typeface="Arial Black"/>
            </a:endParaRPr>
          </a:p>
          <a:p>
            <a:pPr marL="521970" indent="-509270">
              <a:lnSpc>
                <a:spcPct val="100000"/>
              </a:lnSpc>
              <a:buAutoNum type="arabicPeriod" startAt="2"/>
              <a:tabLst>
                <a:tab pos="521970" algn="l"/>
              </a:tabLst>
              <a:defRPr/>
            </a:pPr>
            <a:r>
              <a:rPr sz="3600" spc="-45">
                <a:latin typeface="Arial Black"/>
                <a:cs typeface="Arial Black"/>
              </a:rPr>
              <a:t>Methodology</a:t>
            </a:r>
            <a:endParaRPr sz="3600">
              <a:latin typeface="Arial Black"/>
              <a:cs typeface="Arial Black"/>
            </a:endParaRPr>
          </a:p>
          <a:p>
            <a:pPr marL="521970" indent="-509270">
              <a:lnSpc>
                <a:spcPct val="100000"/>
              </a:lnSpc>
              <a:buAutoNum type="arabicPeriod" startAt="2"/>
              <a:tabLst>
                <a:tab pos="521970" algn="l"/>
              </a:tabLst>
              <a:defRPr/>
            </a:pPr>
            <a:r>
              <a:rPr sz="3600" spc="-200">
                <a:latin typeface="Arial Black"/>
                <a:cs typeface="Arial Black"/>
              </a:rPr>
              <a:t>Experimental </a:t>
            </a:r>
            <a:r>
              <a:rPr sz="3600" spc="-165">
                <a:latin typeface="Arial Black"/>
                <a:cs typeface="Arial Black"/>
              </a:rPr>
              <a:t>Setup</a:t>
            </a:r>
            <a:endParaRPr sz="3600">
              <a:latin typeface="Arial Black"/>
              <a:cs typeface="Arial Black"/>
            </a:endParaRPr>
          </a:p>
          <a:p>
            <a:pPr marL="521970" indent="-509270">
              <a:lnSpc>
                <a:spcPct val="100000"/>
              </a:lnSpc>
              <a:buAutoNum type="arabicPeriod" startAt="2"/>
              <a:tabLst>
                <a:tab pos="521970" algn="l"/>
              </a:tabLst>
              <a:defRPr/>
            </a:pPr>
            <a:r>
              <a:rPr sz="3600" spc="-114">
                <a:latin typeface="Arial Black"/>
                <a:cs typeface="Arial Black"/>
              </a:rPr>
              <a:t>Results</a:t>
            </a:r>
            <a:endParaRPr sz="3600">
              <a:latin typeface="Arial Black"/>
              <a:cs typeface="Arial Black"/>
            </a:endParaRPr>
          </a:p>
          <a:p>
            <a:pPr marL="521970" indent="-509270">
              <a:lnSpc>
                <a:spcPct val="100000"/>
              </a:lnSpc>
              <a:buAutoNum type="arabicPeriod" startAt="2"/>
              <a:tabLst>
                <a:tab pos="521970" algn="l"/>
              </a:tabLst>
              <a:defRPr/>
            </a:pPr>
            <a:r>
              <a:rPr sz="3600" spc="-125">
                <a:latin typeface="Arial Black"/>
                <a:cs typeface="Arial Black"/>
              </a:rPr>
              <a:t>Conclusion</a:t>
            </a:r>
            <a:endParaRPr sz="36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defRPr/>
            </a:pPr>
            <a:r>
              <a:rPr spc="-855"/>
              <a:t>3</a:t>
            </a:r>
            <a:endParaRPr/>
          </a:p>
        </p:txBody>
      </p:sp>
      <p:sp>
        <p:nvSpPr>
          <p:cNvPr id="4" name="object 4" descr=""/>
          <p:cNvSpPr txBox="1"/>
          <p:nvPr/>
        </p:nvSpPr>
        <p:spPr bwMode="auto">
          <a:xfrm>
            <a:off x="4994186" y="1696936"/>
            <a:ext cx="11866245" cy="513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000" spc="-408">
                <a:solidFill>
                  <a:srgbClr val="0049AC"/>
                </a:solidFill>
                <a:latin typeface="Arial Black"/>
                <a:cs typeface="Arial Black"/>
              </a:rPr>
              <a:t>Automatic</a:t>
            </a:r>
            <a:r>
              <a:rPr sz="8000" spc="-550">
                <a:solidFill>
                  <a:srgbClr val="0049AC"/>
                </a:solidFill>
                <a:latin typeface="Arial Black"/>
                <a:cs typeface="Arial Black"/>
              </a:rPr>
              <a:t> </a:t>
            </a:r>
            <a:r>
              <a:rPr sz="8000" spc="-695">
                <a:solidFill>
                  <a:srgbClr val="0049AC"/>
                </a:solidFill>
                <a:latin typeface="Arial Black"/>
                <a:cs typeface="Arial Black"/>
              </a:rPr>
              <a:t>Exam</a:t>
            </a:r>
            <a:endParaRPr sz="8000">
              <a:latin typeface="Arial Black"/>
              <a:cs typeface="Arial Black"/>
            </a:endParaRPr>
          </a:p>
          <a:p>
            <a:pPr marL="3286759" marR="5080" indent="1270" algn="ctr">
              <a:lnSpc>
                <a:spcPct val="116599"/>
              </a:lnSpc>
              <a:spcBef>
                <a:spcPts val="8230"/>
              </a:spcBef>
              <a:defRPr/>
            </a:pPr>
            <a:r>
              <a:rPr sz="4000" spc="-114">
                <a:latin typeface="Lucida Sans Unicode"/>
                <a:cs typeface="Lucida Sans Unicode"/>
              </a:rPr>
              <a:t>The</a:t>
            </a:r>
            <a:r>
              <a:rPr sz="4000" spc="-200">
                <a:latin typeface="Lucida Sans Unicode"/>
                <a:cs typeface="Lucida Sans Unicode"/>
              </a:rPr>
              <a:t> </a:t>
            </a:r>
            <a:r>
              <a:rPr sz="4000" spc="-90">
                <a:latin typeface="Lucida Sans Unicode"/>
                <a:cs typeface="Lucida Sans Unicode"/>
              </a:rPr>
              <a:t>Automatic</a:t>
            </a:r>
            <a:r>
              <a:rPr sz="4000" spc="-195">
                <a:latin typeface="Lucida Sans Unicode"/>
                <a:cs typeface="Lucida Sans Unicode"/>
              </a:rPr>
              <a:t> </a:t>
            </a:r>
            <a:r>
              <a:rPr sz="4000" spc="-80">
                <a:latin typeface="Lucida Sans Unicode"/>
                <a:cs typeface="Lucida Sans Unicode"/>
              </a:rPr>
              <a:t>Exam</a:t>
            </a:r>
            <a:r>
              <a:rPr sz="4000" spc="-200">
                <a:latin typeface="Lucida Sans Unicode"/>
                <a:cs typeface="Lucida Sans Unicode"/>
              </a:rPr>
              <a:t> </a:t>
            </a:r>
            <a:r>
              <a:rPr sz="4000" spc="-10">
                <a:latin typeface="Lucida Sans Unicode"/>
                <a:cs typeface="Lucida Sans Unicode"/>
              </a:rPr>
              <a:t>Grading </a:t>
            </a:r>
            <a:r>
              <a:rPr sz="4000" spc="-30">
                <a:latin typeface="Lucida Sans Unicode"/>
                <a:cs typeface="Lucida Sans Unicode"/>
              </a:rPr>
              <a:t>System</a:t>
            </a:r>
            <a:r>
              <a:rPr sz="4000" spc="-240">
                <a:latin typeface="Lucida Sans Unicode"/>
                <a:cs typeface="Lucida Sans Unicode"/>
              </a:rPr>
              <a:t> </a:t>
            </a:r>
            <a:r>
              <a:rPr sz="4000" spc="-65">
                <a:latin typeface="Lucida Sans Unicode"/>
                <a:cs typeface="Lucida Sans Unicode"/>
              </a:rPr>
              <a:t>(AEGS)</a:t>
            </a:r>
            <a:r>
              <a:rPr sz="4000" spc="-235">
                <a:latin typeface="Lucida Sans Unicode"/>
                <a:cs typeface="Lucida Sans Unicode"/>
              </a:rPr>
              <a:t> </a:t>
            </a:r>
            <a:r>
              <a:rPr sz="4000" spc="-135">
                <a:latin typeface="Lucida Sans Unicode"/>
                <a:cs typeface="Lucida Sans Unicode"/>
              </a:rPr>
              <a:t>utilizes</a:t>
            </a:r>
            <a:r>
              <a:rPr sz="4000" spc="-235">
                <a:latin typeface="Lucida Sans Unicode"/>
                <a:cs typeface="Lucida Sans Unicode"/>
              </a:rPr>
              <a:t> </a:t>
            </a:r>
            <a:r>
              <a:rPr sz="4000" spc="-70">
                <a:latin typeface="Lucida Sans Unicode"/>
                <a:cs typeface="Lucida Sans Unicode"/>
              </a:rPr>
              <a:t>AI,</a:t>
            </a:r>
            <a:r>
              <a:rPr sz="4000" spc="-229">
                <a:latin typeface="Lucida Sans Unicode"/>
                <a:cs typeface="Lucida Sans Unicode"/>
              </a:rPr>
              <a:t> </a:t>
            </a:r>
            <a:r>
              <a:rPr sz="4000" spc="-10">
                <a:latin typeface="Lucida Sans Unicode"/>
                <a:cs typeface="Lucida Sans Unicode"/>
              </a:rPr>
              <a:t>ML,</a:t>
            </a:r>
            <a:r>
              <a:rPr sz="4000" spc="-229">
                <a:latin typeface="Lucida Sans Unicode"/>
                <a:cs typeface="Lucida Sans Unicode"/>
              </a:rPr>
              <a:t> </a:t>
            </a:r>
            <a:r>
              <a:rPr sz="4000" spc="-25">
                <a:latin typeface="Lucida Sans Unicode"/>
                <a:cs typeface="Lucida Sans Unicode"/>
              </a:rPr>
              <a:t>and </a:t>
            </a:r>
            <a:r>
              <a:rPr sz="4000" spc="-110">
                <a:latin typeface="Lucida Sans Unicode"/>
                <a:cs typeface="Lucida Sans Unicode"/>
              </a:rPr>
              <a:t>OCR</a:t>
            </a:r>
            <a:r>
              <a:rPr sz="4000" spc="-229">
                <a:latin typeface="Lucida Sans Unicode"/>
                <a:cs typeface="Lucida Sans Unicode"/>
              </a:rPr>
              <a:t> </a:t>
            </a:r>
            <a:r>
              <a:rPr sz="4000" spc="-35">
                <a:latin typeface="Lucida Sans Unicode"/>
                <a:cs typeface="Lucida Sans Unicode"/>
              </a:rPr>
              <a:t>to</a:t>
            </a:r>
            <a:r>
              <a:rPr sz="4000" spc="-285">
                <a:latin typeface="Lucida Sans Unicode"/>
                <a:cs typeface="Lucida Sans Unicode"/>
              </a:rPr>
              <a:t> </a:t>
            </a:r>
            <a:r>
              <a:rPr sz="4000" spc="-10">
                <a:latin typeface="Lucida Sans Unicode"/>
                <a:cs typeface="Lucida Sans Unicode"/>
              </a:rPr>
              <a:t>enhance</a:t>
            </a:r>
            <a:r>
              <a:rPr sz="4000" spc="-254">
                <a:latin typeface="Lucida Sans Unicode"/>
                <a:cs typeface="Lucida Sans Unicode"/>
              </a:rPr>
              <a:t> </a:t>
            </a:r>
            <a:r>
              <a:rPr sz="4000" spc="-55">
                <a:latin typeface="Lucida Sans Unicode"/>
                <a:cs typeface="Lucida Sans Unicode"/>
              </a:rPr>
              <a:t>grading</a:t>
            </a:r>
            <a:r>
              <a:rPr sz="4000" spc="-254">
                <a:latin typeface="Lucida Sans Unicode"/>
                <a:cs typeface="Lucida Sans Unicode"/>
              </a:rPr>
              <a:t> </a:t>
            </a:r>
            <a:r>
              <a:rPr sz="4000" spc="-10">
                <a:latin typeface="Lucida Sans Unicode"/>
                <a:cs typeface="Lucida Sans Unicode"/>
              </a:rPr>
              <a:t>efficiency, </a:t>
            </a:r>
            <a:r>
              <a:rPr sz="4000" spc="-75">
                <a:latin typeface="Lucida Sans Unicode"/>
                <a:cs typeface="Lucida Sans Unicode"/>
              </a:rPr>
              <a:t>reducing</a:t>
            </a:r>
            <a:r>
              <a:rPr sz="4000" spc="-245">
                <a:latin typeface="Lucida Sans Unicode"/>
                <a:cs typeface="Lucida Sans Unicode"/>
              </a:rPr>
              <a:t> </a:t>
            </a:r>
            <a:r>
              <a:rPr sz="4000" spc="-30">
                <a:latin typeface="Lucida Sans Unicode"/>
                <a:cs typeface="Lucida Sans Unicode"/>
              </a:rPr>
              <a:t>errors</a:t>
            </a:r>
            <a:r>
              <a:rPr sz="4000" spc="-245">
                <a:latin typeface="Lucida Sans Unicode"/>
                <a:cs typeface="Lucida Sans Unicode"/>
              </a:rPr>
              <a:t> </a:t>
            </a:r>
            <a:r>
              <a:rPr sz="4000" spc="-75">
                <a:latin typeface="Lucida Sans Unicode"/>
                <a:cs typeface="Lucida Sans Unicode"/>
              </a:rPr>
              <a:t>in</a:t>
            </a:r>
            <a:r>
              <a:rPr sz="4000" spc="-240">
                <a:latin typeface="Lucida Sans Unicode"/>
                <a:cs typeface="Lucida Sans Unicode"/>
              </a:rPr>
              <a:t> </a:t>
            </a:r>
            <a:r>
              <a:rPr sz="4000" spc="-25">
                <a:latin typeface="Lucida Sans Unicode"/>
                <a:cs typeface="Lucida Sans Unicode"/>
              </a:rPr>
              <a:t>large</a:t>
            </a:r>
            <a:r>
              <a:rPr sz="4000" spc="-245">
                <a:latin typeface="Lucida Sans Unicode"/>
                <a:cs typeface="Lucida Sans Unicode"/>
              </a:rPr>
              <a:t> </a:t>
            </a:r>
            <a:r>
              <a:rPr sz="4000" spc="-80">
                <a:latin typeface="Lucida Sans Unicode"/>
                <a:cs typeface="Lucida Sans Unicode"/>
              </a:rPr>
              <a:t>classrooms.</a:t>
            </a:r>
            <a:endParaRPr sz="40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/>
          <a:stretch/>
        </p:blipFill>
        <p:spPr bwMode="auto">
          <a:xfrm>
            <a:off x="998283" y="4488129"/>
            <a:ext cx="5846394" cy="3990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 bwMode="auto">
          <a:xfrm>
            <a:off x="4198226" y="1888096"/>
            <a:ext cx="990981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000" spc="-385">
                <a:solidFill>
                  <a:srgbClr val="0049AC"/>
                </a:solidFill>
                <a:latin typeface="Arial Black"/>
                <a:cs typeface="Arial Black"/>
              </a:rPr>
              <a:t>Problem</a:t>
            </a:r>
            <a:r>
              <a:rPr sz="8000" spc="-590">
                <a:solidFill>
                  <a:srgbClr val="0049AC"/>
                </a:solidFill>
                <a:latin typeface="Arial Black"/>
                <a:cs typeface="Arial Black"/>
              </a:rPr>
              <a:t> </a:t>
            </a:r>
            <a:r>
              <a:rPr sz="8000" spc="-420">
                <a:solidFill>
                  <a:srgbClr val="0049AC"/>
                </a:solidFill>
                <a:latin typeface="Arial Black"/>
                <a:cs typeface="Arial Black"/>
              </a:rPr>
              <a:t>Statement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/>
          <p:nvPr/>
        </p:nvSpPr>
        <p:spPr bwMode="auto">
          <a:xfrm>
            <a:off x="9384118" y="4613033"/>
            <a:ext cx="1619885" cy="1181735"/>
          </a:xfrm>
          <a:custGeom>
            <a:avLst/>
            <a:gdLst/>
            <a:ahLst/>
            <a:cxnLst/>
            <a:rect l="l" t="t" r="r" b="b"/>
            <a:pathLst>
              <a:path w="1619884" h="1181735" fill="norm" stroke="1" extrusionOk="0">
                <a:moveTo>
                  <a:pt x="1108075" y="0"/>
                </a:moveTo>
                <a:lnTo>
                  <a:pt x="170637" y="723"/>
                </a:lnTo>
                <a:lnTo>
                  <a:pt x="125250" y="6675"/>
                </a:lnTo>
                <a:lnTo>
                  <a:pt x="84482" y="23498"/>
                </a:lnTo>
                <a:lnTo>
                  <a:pt x="49952" y="49641"/>
                </a:lnTo>
                <a:lnTo>
                  <a:pt x="23281" y="83554"/>
                </a:lnTo>
                <a:lnTo>
                  <a:pt x="6090" y="123687"/>
                </a:lnTo>
                <a:lnTo>
                  <a:pt x="0" y="168490"/>
                </a:lnTo>
                <a:lnTo>
                  <a:pt x="0" y="1012685"/>
                </a:lnTo>
                <a:lnTo>
                  <a:pt x="6090" y="1057488"/>
                </a:lnTo>
                <a:lnTo>
                  <a:pt x="23281" y="1097621"/>
                </a:lnTo>
                <a:lnTo>
                  <a:pt x="49952" y="1131535"/>
                </a:lnTo>
                <a:lnTo>
                  <a:pt x="84482" y="1157677"/>
                </a:lnTo>
                <a:lnTo>
                  <a:pt x="125250" y="1174500"/>
                </a:lnTo>
                <a:lnTo>
                  <a:pt x="170637" y="1180452"/>
                </a:lnTo>
                <a:lnTo>
                  <a:pt x="1108075" y="1181163"/>
                </a:lnTo>
                <a:lnTo>
                  <a:pt x="1149592" y="1176101"/>
                </a:lnTo>
                <a:lnTo>
                  <a:pt x="1187461" y="1161724"/>
                </a:lnTo>
                <a:lnTo>
                  <a:pt x="1220469" y="1139249"/>
                </a:lnTo>
                <a:lnTo>
                  <a:pt x="1247406" y="1109891"/>
                </a:lnTo>
                <a:lnTo>
                  <a:pt x="1619275" y="590765"/>
                </a:lnTo>
                <a:lnTo>
                  <a:pt x="1247406" y="71285"/>
                </a:lnTo>
                <a:lnTo>
                  <a:pt x="1220469" y="41924"/>
                </a:lnTo>
                <a:lnTo>
                  <a:pt x="1187461" y="19445"/>
                </a:lnTo>
                <a:lnTo>
                  <a:pt x="1149592" y="5064"/>
                </a:lnTo>
                <a:lnTo>
                  <a:pt x="1108075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" name="object 4" descr=""/>
          <p:cNvSpPr/>
          <p:nvPr/>
        </p:nvSpPr>
        <p:spPr bwMode="auto">
          <a:xfrm>
            <a:off x="9384118" y="6949795"/>
            <a:ext cx="1619885" cy="1181735"/>
          </a:xfrm>
          <a:custGeom>
            <a:avLst/>
            <a:gdLst/>
            <a:ahLst/>
            <a:cxnLst/>
            <a:rect l="l" t="t" r="r" b="b"/>
            <a:pathLst>
              <a:path w="1619884" h="1181734" fill="norm" stroke="1" extrusionOk="0">
                <a:moveTo>
                  <a:pt x="1108075" y="0"/>
                </a:moveTo>
                <a:lnTo>
                  <a:pt x="170637" y="723"/>
                </a:lnTo>
                <a:lnTo>
                  <a:pt x="125250" y="6675"/>
                </a:lnTo>
                <a:lnTo>
                  <a:pt x="84482" y="23497"/>
                </a:lnTo>
                <a:lnTo>
                  <a:pt x="49952" y="49639"/>
                </a:lnTo>
                <a:lnTo>
                  <a:pt x="23281" y="83550"/>
                </a:lnTo>
                <a:lnTo>
                  <a:pt x="6090" y="123680"/>
                </a:lnTo>
                <a:lnTo>
                  <a:pt x="0" y="168478"/>
                </a:lnTo>
                <a:lnTo>
                  <a:pt x="0" y="1012685"/>
                </a:lnTo>
                <a:lnTo>
                  <a:pt x="6090" y="1057487"/>
                </a:lnTo>
                <a:lnTo>
                  <a:pt x="23281" y="1097618"/>
                </a:lnTo>
                <a:lnTo>
                  <a:pt x="49952" y="1131528"/>
                </a:lnTo>
                <a:lnTo>
                  <a:pt x="84482" y="1157668"/>
                </a:lnTo>
                <a:lnTo>
                  <a:pt x="125250" y="1174488"/>
                </a:lnTo>
                <a:lnTo>
                  <a:pt x="170637" y="1180439"/>
                </a:lnTo>
                <a:lnTo>
                  <a:pt x="1108075" y="1181163"/>
                </a:lnTo>
                <a:lnTo>
                  <a:pt x="1149592" y="1176100"/>
                </a:lnTo>
                <a:lnTo>
                  <a:pt x="1187461" y="1161722"/>
                </a:lnTo>
                <a:lnTo>
                  <a:pt x="1220469" y="1139243"/>
                </a:lnTo>
                <a:lnTo>
                  <a:pt x="1247406" y="1109878"/>
                </a:lnTo>
                <a:lnTo>
                  <a:pt x="1619275" y="590765"/>
                </a:lnTo>
                <a:lnTo>
                  <a:pt x="1247406" y="71285"/>
                </a:lnTo>
                <a:lnTo>
                  <a:pt x="1220469" y="41919"/>
                </a:lnTo>
                <a:lnTo>
                  <a:pt x="1187461" y="19440"/>
                </a:lnTo>
                <a:lnTo>
                  <a:pt x="1149592" y="5062"/>
                </a:lnTo>
                <a:lnTo>
                  <a:pt x="1108075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" name="object 5" descr=""/>
          <p:cNvSpPr/>
          <p:nvPr/>
        </p:nvSpPr>
        <p:spPr bwMode="auto">
          <a:xfrm>
            <a:off x="7284236" y="4613033"/>
            <a:ext cx="1619885" cy="1181735"/>
          </a:xfrm>
          <a:custGeom>
            <a:avLst/>
            <a:gdLst/>
            <a:ahLst/>
            <a:cxnLst/>
            <a:rect l="l" t="t" r="r" b="b"/>
            <a:pathLst>
              <a:path w="1619884" h="1181735" fill="norm" stroke="1" extrusionOk="0">
                <a:moveTo>
                  <a:pt x="1108087" y="0"/>
                </a:moveTo>
                <a:lnTo>
                  <a:pt x="170637" y="723"/>
                </a:lnTo>
                <a:lnTo>
                  <a:pt x="125250" y="6675"/>
                </a:lnTo>
                <a:lnTo>
                  <a:pt x="84482" y="23498"/>
                </a:lnTo>
                <a:lnTo>
                  <a:pt x="49952" y="49641"/>
                </a:lnTo>
                <a:lnTo>
                  <a:pt x="23281" y="83554"/>
                </a:lnTo>
                <a:lnTo>
                  <a:pt x="6090" y="123687"/>
                </a:lnTo>
                <a:lnTo>
                  <a:pt x="0" y="168490"/>
                </a:lnTo>
                <a:lnTo>
                  <a:pt x="0" y="1012685"/>
                </a:lnTo>
                <a:lnTo>
                  <a:pt x="6090" y="1057488"/>
                </a:lnTo>
                <a:lnTo>
                  <a:pt x="23281" y="1097621"/>
                </a:lnTo>
                <a:lnTo>
                  <a:pt x="49952" y="1131535"/>
                </a:lnTo>
                <a:lnTo>
                  <a:pt x="84482" y="1157677"/>
                </a:lnTo>
                <a:lnTo>
                  <a:pt x="125250" y="1174500"/>
                </a:lnTo>
                <a:lnTo>
                  <a:pt x="170637" y="1180452"/>
                </a:lnTo>
                <a:lnTo>
                  <a:pt x="1108087" y="1181163"/>
                </a:lnTo>
                <a:lnTo>
                  <a:pt x="1149599" y="1176101"/>
                </a:lnTo>
                <a:lnTo>
                  <a:pt x="1187467" y="1161724"/>
                </a:lnTo>
                <a:lnTo>
                  <a:pt x="1220474" y="1139249"/>
                </a:lnTo>
                <a:lnTo>
                  <a:pt x="1247406" y="1109891"/>
                </a:lnTo>
                <a:lnTo>
                  <a:pt x="1619288" y="590765"/>
                </a:lnTo>
                <a:lnTo>
                  <a:pt x="1247406" y="71285"/>
                </a:lnTo>
                <a:lnTo>
                  <a:pt x="1220474" y="41924"/>
                </a:lnTo>
                <a:lnTo>
                  <a:pt x="1187467" y="19445"/>
                </a:lnTo>
                <a:lnTo>
                  <a:pt x="1149599" y="5064"/>
                </a:lnTo>
                <a:lnTo>
                  <a:pt x="1108087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" name="object 6" descr=""/>
          <p:cNvSpPr/>
          <p:nvPr/>
        </p:nvSpPr>
        <p:spPr bwMode="auto">
          <a:xfrm>
            <a:off x="7284236" y="6949795"/>
            <a:ext cx="1619885" cy="1181735"/>
          </a:xfrm>
          <a:custGeom>
            <a:avLst/>
            <a:gdLst/>
            <a:ahLst/>
            <a:cxnLst/>
            <a:rect l="l" t="t" r="r" b="b"/>
            <a:pathLst>
              <a:path w="1619884" h="1181734" fill="norm" stroke="1" extrusionOk="0">
                <a:moveTo>
                  <a:pt x="1108087" y="0"/>
                </a:moveTo>
                <a:lnTo>
                  <a:pt x="170637" y="723"/>
                </a:lnTo>
                <a:lnTo>
                  <a:pt x="125250" y="6675"/>
                </a:lnTo>
                <a:lnTo>
                  <a:pt x="84482" y="23497"/>
                </a:lnTo>
                <a:lnTo>
                  <a:pt x="49952" y="49639"/>
                </a:lnTo>
                <a:lnTo>
                  <a:pt x="23281" y="83550"/>
                </a:lnTo>
                <a:lnTo>
                  <a:pt x="6090" y="123680"/>
                </a:lnTo>
                <a:lnTo>
                  <a:pt x="0" y="168478"/>
                </a:lnTo>
                <a:lnTo>
                  <a:pt x="0" y="1012685"/>
                </a:lnTo>
                <a:lnTo>
                  <a:pt x="6090" y="1057487"/>
                </a:lnTo>
                <a:lnTo>
                  <a:pt x="23281" y="1097618"/>
                </a:lnTo>
                <a:lnTo>
                  <a:pt x="49952" y="1131528"/>
                </a:lnTo>
                <a:lnTo>
                  <a:pt x="84482" y="1157668"/>
                </a:lnTo>
                <a:lnTo>
                  <a:pt x="125250" y="1174488"/>
                </a:lnTo>
                <a:lnTo>
                  <a:pt x="170637" y="1180439"/>
                </a:lnTo>
                <a:lnTo>
                  <a:pt x="1108087" y="1181163"/>
                </a:lnTo>
                <a:lnTo>
                  <a:pt x="1149599" y="1176100"/>
                </a:lnTo>
                <a:lnTo>
                  <a:pt x="1187467" y="1161722"/>
                </a:lnTo>
                <a:lnTo>
                  <a:pt x="1220474" y="1139243"/>
                </a:lnTo>
                <a:lnTo>
                  <a:pt x="1247406" y="1109878"/>
                </a:lnTo>
                <a:lnTo>
                  <a:pt x="1619288" y="590765"/>
                </a:lnTo>
                <a:lnTo>
                  <a:pt x="1247406" y="71285"/>
                </a:lnTo>
                <a:lnTo>
                  <a:pt x="1220474" y="41919"/>
                </a:lnTo>
                <a:lnTo>
                  <a:pt x="1187467" y="19440"/>
                </a:lnTo>
                <a:lnTo>
                  <a:pt x="1149599" y="5062"/>
                </a:lnTo>
                <a:lnTo>
                  <a:pt x="1108087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" name="object 7" descr=""/>
          <p:cNvSpPr txBox="1"/>
          <p:nvPr/>
        </p:nvSpPr>
        <p:spPr bwMode="auto">
          <a:xfrm>
            <a:off x="7693100" y="4785015"/>
            <a:ext cx="9112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40">
                <a:solidFill>
                  <a:srgbClr val="FFFFFF"/>
                </a:solidFill>
                <a:latin typeface="Arial Black"/>
                <a:cs typeface="Arial Black"/>
              </a:rPr>
              <a:t>01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 bwMode="auto">
          <a:xfrm>
            <a:off x="11450421" y="4104464"/>
            <a:ext cx="531812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defRPr/>
            </a:pPr>
            <a:r>
              <a:rPr sz="3000">
                <a:latin typeface="Lucida Sans Unicode"/>
                <a:cs typeface="Lucida Sans Unicode"/>
              </a:rPr>
              <a:t>Manual</a:t>
            </a:r>
            <a:r>
              <a:rPr sz="3000" spc="-195">
                <a:latin typeface="Lucida Sans Unicode"/>
                <a:cs typeface="Lucida Sans Unicode"/>
              </a:rPr>
              <a:t> </a:t>
            </a:r>
            <a:r>
              <a:rPr sz="3000" spc="-40">
                <a:latin typeface="Lucida Sans Unicode"/>
                <a:cs typeface="Lucida Sans Unicode"/>
              </a:rPr>
              <a:t>grading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100">
                <a:latin typeface="Lucida Sans Unicode"/>
                <a:cs typeface="Lucida Sans Unicode"/>
              </a:rPr>
              <a:t>is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25">
                <a:latin typeface="Lucida Sans Unicode"/>
                <a:cs typeface="Lucida Sans Unicode"/>
              </a:rPr>
              <a:t>often</a:t>
            </a:r>
            <a:r>
              <a:rPr sz="3000" spc="-190">
                <a:latin typeface="Lucida Sans Unicode"/>
                <a:cs typeface="Lucida Sans Unicode"/>
              </a:rPr>
              <a:t> </a:t>
            </a:r>
            <a:r>
              <a:rPr sz="3000" spc="-160">
                <a:latin typeface="Lucida Sans Unicode"/>
                <a:cs typeface="Lucida Sans Unicode"/>
              </a:rPr>
              <a:t>time- </a:t>
            </a:r>
            <a:r>
              <a:rPr sz="3000" spc="-50">
                <a:latin typeface="Lucida Sans Unicode"/>
                <a:cs typeface="Lucida Sans Unicode"/>
              </a:rPr>
              <a:t>consuming</a:t>
            </a:r>
            <a:r>
              <a:rPr sz="3000" spc="-19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and</a:t>
            </a:r>
            <a:r>
              <a:rPr sz="3000" spc="-204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inefficient.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 bwMode="auto">
          <a:xfrm>
            <a:off x="11450421" y="6441226"/>
            <a:ext cx="459422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defRPr/>
            </a:pPr>
            <a:r>
              <a:rPr sz="3000">
                <a:latin typeface="Lucida Sans Unicode"/>
                <a:cs typeface="Lucida Sans Unicode"/>
              </a:rPr>
              <a:t>Human</a:t>
            </a:r>
            <a:r>
              <a:rPr sz="3000" spc="-204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errors</a:t>
            </a:r>
            <a:r>
              <a:rPr sz="3000" spc="-195">
                <a:latin typeface="Lucida Sans Unicode"/>
                <a:cs typeface="Lucida Sans Unicode"/>
              </a:rPr>
              <a:t> </a:t>
            </a:r>
            <a:r>
              <a:rPr sz="3000" spc="-40">
                <a:latin typeface="Lucida Sans Unicode"/>
                <a:cs typeface="Lucida Sans Unicode"/>
              </a:rPr>
              <a:t>can</a:t>
            </a:r>
            <a:r>
              <a:rPr sz="3000" spc="-200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lead</a:t>
            </a:r>
            <a:r>
              <a:rPr sz="3000" spc="-195">
                <a:latin typeface="Lucida Sans Unicode"/>
                <a:cs typeface="Lucida Sans Unicode"/>
              </a:rPr>
              <a:t> </a:t>
            </a:r>
            <a:r>
              <a:rPr sz="3000" spc="-25">
                <a:latin typeface="Lucida Sans Unicode"/>
                <a:cs typeface="Lucida Sans Unicode"/>
              </a:rPr>
              <a:t>to </a:t>
            </a:r>
            <a:r>
              <a:rPr sz="3000" spc="-30">
                <a:latin typeface="Lucida Sans Unicode"/>
                <a:cs typeface="Lucida Sans Unicode"/>
              </a:rPr>
              <a:t>unfair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40">
                <a:latin typeface="Lucida Sans Unicode"/>
                <a:cs typeface="Lucida Sans Unicode"/>
              </a:rPr>
              <a:t>grading</a:t>
            </a:r>
            <a:r>
              <a:rPr sz="3000" spc="-195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outcomes.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 bwMode="auto">
          <a:xfrm>
            <a:off x="7638377" y="7135812"/>
            <a:ext cx="9112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40">
                <a:solidFill>
                  <a:srgbClr val="FFFFFF"/>
                </a:solidFill>
                <a:latin typeface="Arial Black"/>
                <a:cs typeface="Arial Black"/>
              </a:rPr>
              <a:t>03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 bwMode="auto">
          <a:xfrm>
            <a:off x="1330819" y="4104464"/>
            <a:ext cx="550291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635">
              <a:lnSpc>
                <a:spcPct val="116700"/>
              </a:lnSpc>
              <a:spcBef>
                <a:spcPts val="100"/>
              </a:spcBef>
              <a:defRPr/>
            </a:pPr>
            <a:r>
              <a:rPr sz="3000" spc="-10">
                <a:latin typeface="Lucida Sans Unicode"/>
                <a:cs typeface="Lucida Sans Unicode"/>
              </a:rPr>
              <a:t>Large</a:t>
            </a:r>
            <a:r>
              <a:rPr sz="3000" spc="-195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classrooms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30">
                <a:latin typeface="Lucida Sans Unicode"/>
                <a:cs typeface="Lucida Sans Unicode"/>
              </a:rPr>
              <a:t>present </a:t>
            </a:r>
            <a:r>
              <a:rPr sz="3000" spc="-35">
                <a:latin typeface="Lucida Sans Unicode"/>
                <a:cs typeface="Lucida Sans Unicode"/>
              </a:rPr>
              <a:t>unique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50">
                <a:latin typeface="Lucida Sans Unicode"/>
                <a:cs typeface="Lucida Sans Unicode"/>
              </a:rPr>
              <a:t>challenges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for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35">
                <a:latin typeface="Lucida Sans Unicode"/>
                <a:cs typeface="Lucida Sans Unicode"/>
              </a:rPr>
              <a:t>grading.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 bwMode="auto">
          <a:xfrm>
            <a:off x="2208504" y="6441226"/>
            <a:ext cx="4627245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marR="6350" indent="-236220" algn="r">
              <a:lnSpc>
                <a:spcPct val="116700"/>
              </a:lnSpc>
              <a:spcBef>
                <a:spcPts val="100"/>
              </a:spcBef>
              <a:defRPr/>
            </a:pPr>
            <a:r>
              <a:rPr sz="3000" spc="-65">
                <a:latin typeface="Lucida Sans Unicode"/>
                <a:cs typeface="Lucida Sans Unicode"/>
              </a:rPr>
              <a:t>There</a:t>
            </a:r>
            <a:r>
              <a:rPr sz="3000" spc="-170">
                <a:latin typeface="Lucida Sans Unicode"/>
                <a:cs typeface="Lucida Sans Unicode"/>
              </a:rPr>
              <a:t> </a:t>
            </a:r>
            <a:r>
              <a:rPr sz="3000" spc="-95">
                <a:latin typeface="Lucida Sans Unicode"/>
                <a:cs typeface="Lucida Sans Unicode"/>
              </a:rPr>
              <a:t>is</a:t>
            </a:r>
            <a:r>
              <a:rPr sz="3000" spc="-16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70">
                <a:latin typeface="Lucida Sans Unicode"/>
                <a:cs typeface="Lucida Sans Unicode"/>
              </a:rPr>
              <a:t>critical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need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25">
                <a:latin typeface="Lucida Sans Unicode"/>
                <a:cs typeface="Lucida Sans Unicode"/>
              </a:rPr>
              <a:t>for </a:t>
            </a:r>
            <a:r>
              <a:rPr sz="3000" spc="-45">
                <a:latin typeface="Lucida Sans Unicode"/>
                <a:cs typeface="Lucida Sans Unicode"/>
              </a:rPr>
              <a:t>unbiased</a:t>
            </a:r>
            <a:r>
              <a:rPr sz="3000" spc="-19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and</a:t>
            </a:r>
            <a:r>
              <a:rPr sz="3000" spc="-190">
                <a:latin typeface="Lucida Sans Unicode"/>
                <a:cs typeface="Lucida Sans Unicode"/>
              </a:rPr>
              <a:t> </a:t>
            </a:r>
            <a:r>
              <a:rPr sz="3000" spc="-45">
                <a:latin typeface="Lucida Sans Unicode"/>
                <a:cs typeface="Lucida Sans Unicode"/>
              </a:rPr>
              <a:t>consistent</a:t>
            </a:r>
            <a:endParaRPr sz="30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  <a:defRPr/>
            </a:pPr>
            <a:r>
              <a:rPr sz="3000" spc="-10">
                <a:latin typeface="Lucida Sans Unicode"/>
                <a:cs typeface="Lucida Sans Unicode"/>
              </a:rPr>
              <a:t>evaluations.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 bwMode="auto">
          <a:xfrm>
            <a:off x="9622701" y="4770259"/>
            <a:ext cx="9112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40">
                <a:solidFill>
                  <a:srgbClr val="FFFFFF"/>
                </a:solidFill>
                <a:latin typeface="Arial Black"/>
                <a:cs typeface="Arial Black"/>
              </a:rPr>
              <a:t>02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 bwMode="auto">
          <a:xfrm>
            <a:off x="9622701" y="7107008"/>
            <a:ext cx="9112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40">
                <a:solidFill>
                  <a:srgbClr val="FFFFFF"/>
                </a:solidFill>
                <a:latin typeface="Arial Black"/>
                <a:cs typeface="Arial Black"/>
              </a:rPr>
              <a:t>04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defRPr/>
            </a:pPr>
            <a:r>
              <a:rPr spc="-855"/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pc="-305"/>
              <a:t>Current</a:t>
            </a:r>
            <a:r>
              <a:rPr spc="-560"/>
              <a:t> </a:t>
            </a:r>
            <a:r>
              <a:rPr spc="-455"/>
              <a:t>Solutions</a:t>
            </a:r>
            <a:endParaRPr/>
          </a:p>
          <a:p>
            <a:pPr marL="12700" marR="5080">
              <a:lnSpc>
                <a:spcPct val="116700"/>
              </a:lnSpc>
              <a:spcBef>
                <a:spcPts val="4750"/>
              </a:spcBef>
              <a:defRPr/>
            </a:pP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1.</a:t>
            </a:r>
            <a:r>
              <a:rPr sz="3000" spc="-6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Basic</a:t>
            </a:r>
            <a:r>
              <a:rPr sz="3000" spc="-5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image</a:t>
            </a:r>
            <a:r>
              <a:rPr sz="3000" spc="-6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25">
                <a:solidFill>
                  <a:srgbClr val="000000"/>
                </a:solidFill>
                <a:latin typeface="Lucida Sans Unicode"/>
                <a:cs typeface="Lucida Sans Unicode"/>
              </a:rPr>
              <a:t>processing</a:t>
            </a:r>
            <a:r>
              <a:rPr sz="3000" spc="-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10">
                <a:solidFill>
                  <a:srgbClr val="000000"/>
                </a:solidFill>
                <a:latin typeface="Lucida Sans Unicode"/>
                <a:cs typeface="Lucida Sans Unicode"/>
              </a:rPr>
              <a:t>techniques</a:t>
            </a:r>
            <a:r>
              <a:rPr sz="3000" spc="-5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are</a:t>
            </a:r>
            <a:r>
              <a:rPr sz="3000" spc="-6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widely</a:t>
            </a:r>
            <a:r>
              <a:rPr sz="3000" spc="-7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used</a:t>
            </a:r>
            <a:r>
              <a:rPr sz="3000" spc="-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for</a:t>
            </a:r>
            <a:r>
              <a:rPr sz="3000" spc="-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various</a:t>
            </a:r>
            <a:r>
              <a:rPr sz="3000" spc="-7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30">
                <a:solidFill>
                  <a:srgbClr val="000000"/>
                </a:solidFill>
                <a:latin typeface="Lucida Sans Unicode"/>
                <a:cs typeface="Lucida Sans Unicode"/>
              </a:rPr>
              <a:t>applications, </a:t>
            </a:r>
            <a:r>
              <a:rPr sz="3000" spc="-60">
                <a:solidFill>
                  <a:srgbClr val="000000"/>
                </a:solidFill>
                <a:latin typeface="Lucida Sans Unicode"/>
                <a:cs typeface="Lucida Sans Unicode"/>
              </a:rPr>
              <a:t>providing</a:t>
            </a:r>
            <a:r>
              <a:rPr sz="3000" spc="-16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45">
                <a:solidFill>
                  <a:srgbClr val="000000"/>
                </a:solidFill>
                <a:latin typeface="Lucida Sans Unicode"/>
                <a:cs typeface="Lucida Sans Unicode"/>
              </a:rPr>
              <a:t>foundational</a:t>
            </a:r>
            <a:r>
              <a:rPr sz="3000" spc="-1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65">
                <a:solidFill>
                  <a:srgbClr val="000000"/>
                </a:solidFill>
                <a:latin typeface="Lucida Sans Unicode"/>
                <a:cs typeface="Lucida Sans Unicode"/>
              </a:rPr>
              <a:t>capabilities</a:t>
            </a:r>
            <a:r>
              <a:rPr sz="3000" spc="-17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55">
                <a:solidFill>
                  <a:srgbClr val="000000"/>
                </a:solidFill>
                <a:latin typeface="Lucida Sans Unicode"/>
                <a:cs typeface="Lucida Sans Unicode"/>
              </a:rPr>
              <a:t>in</a:t>
            </a:r>
            <a:r>
              <a:rPr sz="3000" spc="-1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20">
                <a:solidFill>
                  <a:srgbClr val="000000"/>
                </a:solidFill>
                <a:latin typeface="Lucida Sans Unicode"/>
                <a:cs typeface="Lucida Sans Unicode"/>
              </a:rPr>
              <a:t>image</a:t>
            </a:r>
            <a:r>
              <a:rPr sz="3000" spc="-15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10">
                <a:solidFill>
                  <a:srgbClr val="000000"/>
                </a:solidFill>
                <a:latin typeface="Lucida Sans Unicode"/>
                <a:cs typeface="Lucida Sans Unicode"/>
              </a:rPr>
              <a:t>analysis.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 bwMode="auto">
          <a:xfrm>
            <a:off x="1150823" y="3771975"/>
            <a:ext cx="9112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40">
                <a:solidFill>
                  <a:srgbClr val="0049AC"/>
                </a:solidFill>
                <a:latin typeface="Arial Black"/>
                <a:cs typeface="Arial Black"/>
              </a:rPr>
              <a:t>01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 bwMode="auto">
          <a:xfrm>
            <a:off x="1150823" y="6032779"/>
            <a:ext cx="9112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40">
                <a:solidFill>
                  <a:srgbClr val="0049AC"/>
                </a:solidFill>
                <a:latin typeface="Arial Black"/>
                <a:cs typeface="Arial Black"/>
              </a:rPr>
              <a:t>02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 bwMode="auto">
          <a:xfrm>
            <a:off x="1150823" y="8063179"/>
            <a:ext cx="9112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40">
                <a:solidFill>
                  <a:srgbClr val="0049AC"/>
                </a:solidFill>
                <a:latin typeface="Arial Black"/>
                <a:cs typeface="Arial Black"/>
              </a:rPr>
              <a:t>03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 bwMode="auto">
          <a:xfrm>
            <a:off x="2418740" y="7663805"/>
            <a:ext cx="14368144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tabLst>
                <a:tab pos="575310" algn="l"/>
                <a:tab pos="2017395" algn="l"/>
                <a:tab pos="3708400" algn="l"/>
                <a:tab pos="4676140" algn="l"/>
                <a:tab pos="6469380" algn="l"/>
                <a:tab pos="7974330" algn="l"/>
                <a:tab pos="9962515" algn="l"/>
                <a:tab pos="12338685" algn="l"/>
                <a:tab pos="13583919" algn="l"/>
              </a:tabLst>
              <a:defRPr/>
            </a:pPr>
            <a:r>
              <a:rPr sz="3000" spc="-25">
                <a:latin typeface="Lucida Sans Unicode"/>
                <a:cs typeface="Lucida Sans Unicode"/>
              </a:rPr>
              <a:t>2.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Hybrid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systems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20">
                <a:latin typeface="Lucida Sans Unicode"/>
                <a:cs typeface="Lucida Sans Unicode"/>
              </a:rPr>
              <a:t>that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combine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Optical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Character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Recognition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(OCR)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40">
                <a:latin typeface="Lucida Sans Unicode"/>
                <a:cs typeface="Lucida Sans Unicode"/>
              </a:rPr>
              <a:t>with </a:t>
            </a:r>
            <a:r>
              <a:rPr sz="3000" spc="-10">
                <a:latin typeface="Lucida Sans Unicode"/>
                <a:cs typeface="Lucida Sans Unicode"/>
              </a:rPr>
              <a:t>Machine</a:t>
            </a:r>
            <a:r>
              <a:rPr sz="3000" spc="-204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Learning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(ML)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enhance</a:t>
            </a:r>
            <a:r>
              <a:rPr sz="3000" spc="-185">
                <a:latin typeface="Lucida Sans Unicode"/>
                <a:cs typeface="Lucida Sans Unicode"/>
              </a:rPr>
              <a:t> </a:t>
            </a:r>
            <a:r>
              <a:rPr sz="3000" spc="-55">
                <a:latin typeface="Lucida Sans Unicode"/>
                <a:cs typeface="Lucida Sans Unicode"/>
              </a:rPr>
              <a:t>accuracy</a:t>
            </a:r>
            <a:r>
              <a:rPr sz="3000" spc="-18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and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70">
                <a:latin typeface="Lucida Sans Unicode"/>
                <a:cs typeface="Lucida Sans Unicode"/>
              </a:rPr>
              <a:t>efficiency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in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data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extraction.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 bwMode="auto">
          <a:xfrm>
            <a:off x="2504414" y="5633748"/>
            <a:ext cx="1427734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tabLst>
                <a:tab pos="534035" algn="l"/>
                <a:tab pos="2132965" algn="l"/>
                <a:tab pos="4305935" algn="l"/>
                <a:tab pos="5905500" algn="l"/>
                <a:tab pos="7555865" algn="l"/>
                <a:tab pos="8818245" algn="l"/>
                <a:tab pos="10960099" algn="l"/>
                <a:tab pos="11529695" algn="l"/>
                <a:tab pos="12887325" algn="l"/>
              </a:tabLst>
              <a:defRPr/>
            </a:pPr>
            <a:r>
              <a:rPr sz="3000" spc="-25">
                <a:latin typeface="Lucida Sans Unicode"/>
                <a:cs typeface="Lucida Sans Unicode"/>
              </a:rPr>
              <a:t>3.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Existing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automated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grading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systems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utilize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algorithms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25">
                <a:latin typeface="Lucida Sans Unicode"/>
                <a:cs typeface="Lucida Sans Unicode"/>
              </a:rPr>
              <a:t>to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assess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45">
                <a:latin typeface="Lucida Sans Unicode"/>
                <a:cs typeface="Lucida Sans Unicode"/>
              </a:rPr>
              <a:t>student </a:t>
            </a:r>
            <a:r>
              <a:rPr sz="3000" spc="-75">
                <a:latin typeface="Lucida Sans Unicode"/>
                <a:cs typeface="Lucida Sans Unicode"/>
              </a:rPr>
              <a:t>submissions,</a:t>
            </a:r>
            <a:r>
              <a:rPr sz="3000" spc="-165">
                <a:latin typeface="Lucida Sans Unicode"/>
                <a:cs typeface="Lucida Sans Unicode"/>
              </a:rPr>
              <a:t> </a:t>
            </a:r>
            <a:r>
              <a:rPr sz="3000" spc="-50">
                <a:latin typeface="Lucida Sans Unicode"/>
                <a:cs typeface="Lucida Sans Unicode"/>
              </a:rPr>
              <a:t>streamlining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the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 spc="-40">
                <a:latin typeface="Lucida Sans Unicode"/>
                <a:cs typeface="Lucida Sans Unicode"/>
              </a:rPr>
              <a:t>evaluation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process.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defRPr/>
            </a:pPr>
            <a:r>
              <a:rPr spc="-855"/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 bwMode="auto">
          <a:xfrm>
            <a:off x="3239185" y="1854618"/>
            <a:ext cx="1179957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000" spc="-290">
                <a:solidFill>
                  <a:srgbClr val="0049AC"/>
                </a:solidFill>
                <a:latin typeface="Arial Black"/>
                <a:cs typeface="Arial Black"/>
              </a:rPr>
              <a:t>Methodology</a:t>
            </a:r>
            <a:r>
              <a:rPr sz="8000" spc="-595">
                <a:solidFill>
                  <a:srgbClr val="0049AC"/>
                </a:solidFill>
                <a:latin typeface="Arial Black"/>
                <a:cs typeface="Arial Black"/>
              </a:rPr>
              <a:t> </a:t>
            </a:r>
            <a:r>
              <a:rPr sz="8000" spc="-440">
                <a:solidFill>
                  <a:srgbClr val="0049AC"/>
                </a:solidFill>
                <a:latin typeface="Arial Black"/>
                <a:cs typeface="Arial Black"/>
              </a:rPr>
              <a:t>Overview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 txBox="1"/>
          <p:nvPr/>
        </p:nvSpPr>
        <p:spPr bwMode="auto">
          <a:xfrm>
            <a:off x="1246225" y="4225581"/>
            <a:ext cx="7336790" cy="354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18440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4000" spc="-229">
                <a:solidFill>
                  <a:srgbClr val="0049AC"/>
                </a:solidFill>
                <a:latin typeface="Arial Black"/>
                <a:cs typeface="Arial Black"/>
              </a:rPr>
              <a:t>Feasibility</a:t>
            </a:r>
            <a:r>
              <a:rPr sz="4000" spc="-225">
                <a:solidFill>
                  <a:srgbClr val="0049AC"/>
                </a:solidFill>
                <a:latin typeface="Arial Black"/>
                <a:cs typeface="Arial Black"/>
              </a:rPr>
              <a:t> </a:t>
            </a:r>
            <a:r>
              <a:rPr sz="4000" spc="-10">
                <a:solidFill>
                  <a:srgbClr val="0049AC"/>
                </a:solidFill>
                <a:latin typeface="Arial Black"/>
                <a:cs typeface="Arial Black"/>
              </a:rPr>
              <a:t>Study</a:t>
            </a:r>
            <a:endParaRPr sz="4000">
              <a:latin typeface="Arial Black"/>
              <a:cs typeface="Arial Black"/>
            </a:endParaRPr>
          </a:p>
          <a:p>
            <a:pPr marL="12700" marR="5080" algn="just">
              <a:lnSpc>
                <a:spcPct val="116700"/>
              </a:lnSpc>
              <a:spcBef>
                <a:spcPts val="1875"/>
              </a:spcBef>
              <a:defRPr/>
            </a:pPr>
            <a:r>
              <a:rPr sz="3000">
                <a:latin typeface="Lucida Sans Unicode"/>
                <a:cs typeface="Lucida Sans Unicode"/>
              </a:rPr>
              <a:t>The</a:t>
            </a:r>
            <a:r>
              <a:rPr sz="3000" spc="65">
                <a:latin typeface="Lucida Sans Unicode"/>
                <a:cs typeface="Lucida Sans Unicode"/>
              </a:rPr>
              <a:t>  </a:t>
            </a:r>
            <a:r>
              <a:rPr sz="3000">
                <a:latin typeface="Lucida Sans Unicode"/>
                <a:cs typeface="Lucida Sans Unicode"/>
              </a:rPr>
              <a:t>first</a:t>
            </a:r>
            <a:r>
              <a:rPr sz="3000" spc="70">
                <a:latin typeface="Lucida Sans Unicode"/>
                <a:cs typeface="Lucida Sans Unicode"/>
              </a:rPr>
              <a:t>  </a:t>
            </a:r>
            <a:r>
              <a:rPr sz="3000">
                <a:latin typeface="Lucida Sans Unicode"/>
                <a:cs typeface="Lucida Sans Unicode"/>
              </a:rPr>
              <a:t>step</a:t>
            </a:r>
            <a:r>
              <a:rPr sz="3000" spc="70">
                <a:latin typeface="Lucida Sans Unicode"/>
                <a:cs typeface="Lucida Sans Unicode"/>
              </a:rPr>
              <a:t>  </a:t>
            </a:r>
            <a:r>
              <a:rPr sz="3000">
                <a:latin typeface="Lucida Sans Unicode"/>
                <a:cs typeface="Lucida Sans Unicode"/>
              </a:rPr>
              <a:t>involves</a:t>
            </a:r>
            <a:r>
              <a:rPr sz="3000" spc="65">
                <a:latin typeface="Lucida Sans Unicode"/>
                <a:cs typeface="Lucida Sans Unicode"/>
              </a:rPr>
              <a:t>  </a:t>
            </a:r>
            <a:r>
              <a:rPr sz="3000">
                <a:latin typeface="Lucida Sans Unicode"/>
                <a:cs typeface="Lucida Sans Unicode"/>
              </a:rPr>
              <a:t>conducting</a:t>
            </a:r>
            <a:r>
              <a:rPr sz="3000" spc="70">
                <a:latin typeface="Lucida Sans Unicode"/>
                <a:cs typeface="Lucida Sans Unicode"/>
              </a:rPr>
              <a:t>  </a:t>
            </a:r>
            <a:r>
              <a:rPr sz="3000" spc="-50">
                <a:latin typeface="Lucida Sans Unicode"/>
                <a:cs typeface="Lucida Sans Unicode"/>
              </a:rPr>
              <a:t>a </a:t>
            </a:r>
            <a:r>
              <a:rPr sz="3000">
                <a:latin typeface="Lucida Sans Unicode"/>
                <a:cs typeface="Lucida Sans Unicode"/>
              </a:rPr>
              <a:t>feasibility</a:t>
            </a:r>
            <a:r>
              <a:rPr sz="3000" spc="425">
                <a:latin typeface="Lucida Sans Unicode"/>
                <a:cs typeface="Lucida Sans Unicode"/>
              </a:rPr>
              <a:t>   </a:t>
            </a:r>
            <a:r>
              <a:rPr sz="3000">
                <a:latin typeface="Lucida Sans Unicode"/>
                <a:cs typeface="Lucida Sans Unicode"/>
              </a:rPr>
              <a:t>study</a:t>
            </a:r>
            <a:r>
              <a:rPr sz="3000" spc="430">
                <a:latin typeface="Lucida Sans Unicode"/>
                <a:cs typeface="Lucida Sans Unicode"/>
              </a:rPr>
              <a:t>   </a:t>
            </a:r>
            <a:r>
              <a:rPr sz="3000">
                <a:latin typeface="Lucida Sans Unicode"/>
                <a:cs typeface="Lucida Sans Unicode"/>
              </a:rPr>
              <a:t>and</a:t>
            </a:r>
            <a:r>
              <a:rPr sz="3000" spc="430">
                <a:latin typeface="Lucida Sans Unicode"/>
                <a:cs typeface="Lucida Sans Unicode"/>
              </a:rPr>
              <a:t>   </a:t>
            </a:r>
            <a:r>
              <a:rPr sz="3000" spc="-20">
                <a:latin typeface="Lucida Sans Unicode"/>
                <a:cs typeface="Lucida Sans Unicode"/>
              </a:rPr>
              <a:t>requirement </a:t>
            </a:r>
            <a:r>
              <a:rPr sz="3000" spc="-50">
                <a:latin typeface="Lucida Sans Unicode"/>
                <a:cs typeface="Lucida Sans Unicode"/>
              </a:rPr>
              <a:t>analysis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to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ensure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the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project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aligns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with </a:t>
            </a:r>
            <a:r>
              <a:rPr sz="3000">
                <a:latin typeface="Lucida Sans Unicode"/>
                <a:cs typeface="Lucida Sans Unicode"/>
              </a:rPr>
              <a:t>stakeholder</a:t>
            </a:r>
            <a:r>
              <a:rPr sz="3000" spc="28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expectations</a:t>
            </a:r>
            <a:r>
              <a:rPr sz="3000" spc="28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and</a:t>
            </a:r>
            <a:r>
              <a:rPr sz="3000" spc="285">
                <a:latin typeface="Lucida Sans Unicode"/>
                <a:cs typeface="Lucida Sans Unicode"/>
              </a:rPr>
              <a:t> </a:t>
            </a:r>
            <a:r>
              <a:rPr sz="3000" spc="-40">
                <a:latin typeface="Lucida Sans Unicode"/>
                <a:cs typeface="Lucida Sans Unicode"/>
              </a:rPr>
              <a:t>technical </a:t>
            </a:r>
            <a:r>
              <a:rPr sz="3000" spc="-10">
                <a:latin typeface="Lucida Sans Unicode"/>
                <a:cs typeface="Lucida Sans Unicode"/>
              </a:rPr>
              <a:t>capabilities.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 bwMode="auto">
          <a:xfrm>
            <a:off x="11866222" y="5606748"/>
            <a:ext cx="539877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0675">
              <a:lnSpc>
                <a:spcPct val="116700"/>
              </a:lnSpc>
              <a:spcBef>
                <a:spcPts val="100"/>
              </a:spcBef>
              <a:tabLst>
                <a:tab pos="1256664" algn="l"/>
                <a:tab pos="2927985" algn="l"/>
              </a:tabLst>
              <a:defRPr/>
            </a:pPr>
            <a:r>
              <a:rPr sz="3000" spc="-25">
                <a:latin typeface="Lucida Sans Unicode"/>
                <a:cs typeface="Lucida Sans Unicode"/>
              </a:rPr>
              <a:t>for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system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45">
                <a:latin typeface="Lucida Sans Unicode"/>
                <a:cs typeface="Lucida Sans Unicode"/>
              </a:rPr>
              <a:t>development, </a:t>
            </a:r>
            <a:r>
              <a:rPr sz="3000" spc="-20">
                <a:latin typeface="Lucida Sans Unicode"/>
                <a:cs typeface="Lucida Sans Unicode"/>
              </a:rPr>
              <a:t>that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 bwMode="auto">
          <a:xfrm>
            <a:off x="9929418" y="5606748"/>
            <a:ext cx="1878330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tabLst>
                <a:tab pos="697230" algn="l"/>
              </a:tabLst>
              <a:defRPr/>
            </a:pPr>
            <a:r>
              <a:rPr sz="3000" spc="-25">
                <a:latin typeface="Lucida Sans Unicode"/>
                <a:cs typeface="Lucida Sans Unicode"/>
              </a:rPr>
              <a:t>is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65">
                <a:latin typeface="Lucida Sans Unicode"/>
                <a:cs typeface="Lucida Sans Unicode"/>
              </a:rPr>
              <a:t>crucial </a:t>
            </a:r>
            <a:r>
              <a:rPr sz="3000" spc="-10">
                <a:latin typeface="Lucida Sans Unicode"/>
                <a:cs typeface="Lucida Sans Unicode"/>
              </a:rPr>
              <a:t>ensuring organized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 bwMode="auto">
          <a:xfrm>
            <a:off x="12825673" y="6140287"/>
            <a:ext cx="443992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9855">
              <a:lnSpc>
                <a:spcPct val="116700"/>
              </a:lnSpc>
              <a:spcBef>
                <a:spcPts val="100"/>
              </a:spcBef>
              <a:tabLst>
                <a:tab pos="877569" algn="l"/>
                <a:tab pos="1798320" algn="l"/>
                <a:tab pos="2999740" algn="l"/>
                <a:tab pos="3908425" algn="l"/>
                <a:tab pos="4142740" algn="l"/>
              </a:tabLst>
              <a:defRPr/>
            </a:pPr>
            <a:r>
              <a:rPr sz="3000" spc="-25">
                <a:latin typeface="Lucida Sans Unicode"/>
                <a:cs typeface="Lucida Sans Unicode"/>
              </a:rPr>
              <a:t>all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necessary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20">
                <a:latin typeface="Lucida Sans Unicode"/>
                <a:cs typeface="Lucida Sans Unicode"/>
              </a:rPr>
              <a:t>data</a:t>
            </a:r>
            <a:r>
              <a:rPr sz="3000">
                <a:latin typeface="Lucida Sans Unicode"/>
                <a:cs typeface="Lucida Sans Unicode"/>
              </a:rPr>
              <a:t>		</a:t>
            </a:r>
            <a:r>
              <a:rPr sz="3000" spc="-100">
                <a:latin typeface="Lucida Sans Unicode"/>
                <a:cs typeface="Lucida Sans Unicode"/>
              </a:rPr>
              <a:t>is </a:t>
            </a:r>
            <a:r>
              <a:rPr sz="3000" spc="-25">
                <a:latin typeface="Lucida Sans Unicode"/>
                <a:cs typeface="Lucida Sans Unicode"/>
              </a:rPr>
              <a:t>and</a:t>
            </a:r>
            <a:r>
              <a:rPr sz="3000">
                <a:latin typeface="Lucida Sans Unicode"/>
                <a:cs typeface="Lucida Sans Unicode"/>
              </a:rPr>
              <a:t>		</a:t>
            </a:r>
            <a:r>
              <a:rPr sz="3000" spc="-20">
                <a:latin typeface="Lucida Sans Unicode"/>
                <a:cs typeface="Lucida Sans Unicode"/>
              </a:rPr>
              <a:t>ready</a:t>
            </a:r>
            <a:r>
              <a:rPr sz="3000">
                <a:latin typeface="Lucida Sans Unicode"/>
                <a:cs typeface="Lucida Sans Unicode"/>
              </a:rPr>
              <a:t>		</a:t>
            </a:r>
            <a:r>
              <a:rPr sz="3000" spc="-45">
                <a:latin typeface="Lucida Sans Unicode"/>
                <a:cs typeface="Lucida Sans Unicode"/>
              </a:rPr>
              <a:t>for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 bwMode="auto">
          <a:xfrm>
            <a:off x="9929418" y="7283780"/>
            <a:ext cx="2985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000" spc="-40">
                <a:latin typeface="Lucida Sans Unicode"/>
                <a:cs typeface="Lucida Sans Unicode"/>
              </a:rPr>
              <a:t>implementation.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 bwMode="auto">
          <a:xfrm>
            <a:off x="9929418" y="4225581"/>
            <a:ext cx="7334884" cy="140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4000" spc="-190">
                <a:solidFill>
                  <a:srgbClr val="0049AC"/>
                </a:solidFill>
                <a:latin typeface="Arial Black"/>
                <a:cs typeface="Arial Black"/>
              </a:rPr>
              <a:t>Data</a:t>
            </a:r>
            <a:r>
              <a:rPr sz="4000" spc="-300">
                <a:solidFill>
                  <a:srgbClr val="0049AC"/>
                </a:solidFill>
                <a:latin typeface="Arial Black"/>
                <a:cs typeface="Arial Black"/>
              </a:rPr>
              <a:t> </a:t>
            </a:r>
            <a:r>
              <a:rPr sz="4000" spc="-80">
                <a:solidFill>
                  <a:srgbClr val="0049AC"/>
                </a:solidFill>
                <a:latin typeface="Arial Black"/>
                <a:cs typeface="Arial Black"/>
              </a:rPr>
              <a:t>Preparation</a:t>
            </a:r>
            <a:endParaRPr sz="40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475"/>
              </a:spcBef>
              <a:defRPr/>
            </a:pPr>
            <a:r>
              <a:rPr sz="3000" spc="-25">
                <a:latin typeface="Lucida Sans Unicode"/>
                <a:cs typeface="Lucida Sans Unicode"/>
              </a:rPr>
              <a:t>Following</a:t>
            </a:r>
            <a:r>
              <a:rPr sz="3000" spc="-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the </a:t>
            </a:r>
            <a:r>
              <a:rPr sz="3000" spc="-30">
                <a:latin typeface="Lucida Sans Unicode"/>
                <a:cs typeface="Lucida Sans Unicode"/>
              </a:rPr>
              <a:t>analysis,</a:t>
            </a:r>
            <a:r>
              <a:rPr sz="3000" spc="-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data</a:t>
            </a:r>
            <a:r>
              <a:rPr sz="3000" spc="-10">
                <a:latin typeface="Lucida Sans Unicode"/>
                <a:cs typeface="Lucida Sans Unicode"/>
              </a:rPr>
              <a:t> preparation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defRPr/>
            </a:pPr>
            <a:r>
              <a:rPr spc="-855"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 bwMode="auto">
          <a:xfrm>
            <a:off x="1381315" y="6616445"/>
            <a:ext cx="15588615" cy="19685"/>
          </a:xfrm>
          <a:custGeom>
            <a:avLst/>
            <a:gdLst/>
            <a:ahLst/>
            <a:cxnLst/>
            <a:rect l="l" t="t" r="r" b="b"/>
            <a:pathLst>
              <a:path w="15588615" h="19684" fill="norm" stroke="1" extrusionOk="0">
                <a:moveTo>
                  <a:pt x="0" y="19075"/>
                </a:moveTo>
                <a:lnTo>
                  <a:pt x="15588360" y="0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object 3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defRPr/>
            </a:pPr>
            <a:r>
              <a:rPr spc="-855"/>
              <a:t>7</a:t>
            </a:r>
            <a:endParaRPr/>
          </a:p>
        </p:txBody>
      </p:sp>
      <p:sp>
        <p:nvSpPr>
          <p:cNvPr id="5" name="object 5" descr=""/>
          <p:cNvSpPr txBox="1"/>
          <p:nvPr/>
        </p:nvSpPr>
        <p:spPr bwMode="auto">
          <a:xfrm>
            <a:off x="1633220" y="7064504"/>
            <a:ext cx="4984115" cy="22256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5"/>
              </a:spcBef>
              <a:defRPr/>
            </a:pPr>
            <a:r>
              <a:rPr sz="4000" spc="-270">
                <a:solidFill>
                  <a:srgbClr val="0049AC"/>
                </a:solidFill>
                <a:latin typeface="Arial Black"/>
                <a:cs typeface="Arial Black"/>
              </a:rPr>
              <a:t>Setup</a:t>
            </a:r>
            <a:endParaRPr sz="40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  <a:defRPr/>
            </a:pPr>
            <a:r>
              <a:rPr sz="3000">
                <a:latin typeface="Lucida Sans Unicode"/>
                <a:cs typeface="Lucida Sans Unicode"/>
              </a:rPr>
              <a:t>Our</a:t>
            </a:r>
            <a:r>
              <a:rPr sz="3000" spc="-135">
                <a:latin typeface="Lucida Sans Unicode"/>
                <a:cs typeface="Lucida Sans Unicode"/>
              </a:rPr>
              <a:t> </a:t>
            </a:r>
            <a:r>
              <a:rPr sz="3000" spc="-70">
                <a:latin typeface="Lucida Sans Unicode"/>
                <a:cs typeface="Lucida Sans Unicode"/>
              </a:rPr>
              <a:t>project</a:t>
            </a:r>
            <a:r>
              <a:rPr sz="3000" spc="-135">
                <a:latin typeface="Lucida Sans Unicode"/>
                <a:cs typeface="Lucida Sans Unicode"/>
              </a:rPr>
              <a:t> </a:t>
            </a:r>
            <a:r>
              <a:rPr sz="3000" spc="-110">
                <a:latin typeface="Lucida Sans Unicode"/>
                <a:cs typeface="Lucida Sans Unicode"/>
              </a:rPr>
              <a:t>utilizes</a:t>
            </a:r>
            <a:r>
              <a:rPr sz="3000" spc="-14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</a:t>
            </a:r>
            <a:r>
              <a:rPr sz="3000" spc="-14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robust</a:t>
            </a:r>
            <a:endParaRPr sz="3000">
              <a:latin typeface="Lucida Sans Unicode"/>
              <a:cs typeface="Lucida Sans Unicode"/>
            </a:endParaRPr>
          </a:p>
          <a:p>
            <a:pPr marL="417830" marR="410209" algn="ctr">
              <a:lnSpc>
                <a:spcPct val="116700"/>
              </a:lnSpc>
              <a:defRPr/>
            </a:pPr>
            <a:r>
              <a:rPr sz="3000" spc="-10">
                <a:latin typeface="Lucida Sans Unicode"/>
                <a:cs typeface="Lucida Sans Unicode"/>
              </a:rPr>
              <a:t>hardware</a:t>
            </a:r>
            <a:r>
              <a:rPr sz="3000" spc="-229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and</a:t>
            </a:r>
            <a:r>
              <a:rPr sz="3000" spc="-229">
                <a:latin typeface="Lucida Sans Unicode"/>
                <a:cs typeface="Lucida Sans Unicode"/>
              </a:rPr>
              <a:t> </a:t>
            </a:r>
            <a:r>
              <a:rPr sz="3000" spc="-25">
                <a:latin typeface="Lucida Sans Unicode"/>
                <a:cs typeface="Lucida Sans Unicode"/>
              </a:rPr>
              <a:t>software </a:t>
            </a:r>
            <a:r>
              <a:rPr sz="3000" spc="-10">
                <a:latin typeface="Lucida Sans Unicode"/>
                <a:cs typeface="Lucida Sans Unicode"/>
              </a:rPr>
              <a:t>infrastructure.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 bwMode="auto">
          <a:xfrm>
            <a:off x="11552656" y="7064504"/>
            <a:ext cx="5212080" cy="22256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7940" algn="ctr">
              <a:lnSpc>
                <a:spcPct val="100000"/>
              </a:lnSpc>
              <a:spcBef>
                <a:spcPts val="395"/>
              </a:spcBef>
              <a:defRPr/>
            </a:pPr>
            <a:r>
              <a:rPr sz="4000" spc="-270">
                <a:solidFill>
                  <a:srgbClr val="0049AC"/>
                </a:solidFill>
                <a:latin typeface="Arial Black"/>
                <a:cs typeface="Arial Black"/>
              </a:rPr>
              <a:t>Vision</a:t>
            </a:r>
            <a:endParaRPr sz="40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  <a:defRPr/>
            </a:pPr>
            <a:r>
              <a:rPr sz="3000" spc="75">
                <a:latin typeface="Lucida Sans Unicode"/>
                <a:cs typeface="Lucida Sans Unicode"/>
              </a:rPr>
              <a:t>We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35">
                <a:latin typeface="Lucida Sans Unicode"/>
                <a:cs typeface="Lucida Sans Unicode"/>
              </a:rPr>
              <a:t>implement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deep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learning</a:t>
            </a:r>
            <a:endParaRPr sz="3000">
              <a:latin typeface="Lucida Sans Unicode"/>
              <a:cs typeface="Lucida Sans Unicode"/>
            </a:endParaRPr>
          </a:p>
          <a:p>
            <a:pPr marL="300355" marR="291465" algn="ctr">
              <a:lnSpc>
                <a:spcPct val="116700"/>
              </a:lnSpc>
              <a:defRPr/>
            </a:pPr>
            <a:r>
              <a:rPr sz="3000" spc="-45">
                <a:latin typeface="Lucida Sans Unicode"/>
                <a:cs typeface="Lucida Sans Unicode"/>
              </a:rPr>
              <a:t>frameworks</a:t>
            </a:r>
            <a:r>
              <a:rPr sz="3000" spc="-19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for</a:t>
            </a:r>
            <a:r>
              <a:rPr sz="3000" spc="-20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enhanced performance.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 bwMode="auto">
          <a:xfrm>
            <a:off x="3875404" y="6364795"/>
            <a:ext cx="503555" cy="503555"/>
          </a:xfrm>
          <a:custGeom>
            <a:avLst/>
            <a:gdLst/>
            <a:ahLst/>
            <a:cxnLst/>
            <a:rect l="l" t="t" r="r" b="b"/>
            <a:pathLst>
              <a:path w="503554" h="503554" fill="norm" stroke="1" extrusionOk="0">
                <a:moveTo>
                  <a:pt x="251637" y="0"/>
                </a:moveTo>
                <a:lnTo>
                  <a:pt x="186521" y="8550"/>
                </a:lnTo>
                <a:lnTo>
                  <a:pt x="125996" y="33845"/>
                </a:lnTo>
                <a:lnTo>
                  <a:pt x="73704" y="73717"/>
                </a:lnTo>
                <a:lnTo>
                  <a:pt x="33832" y="126009"/>
                </a:lnTo>
                <a:lnTo>
                  <a:pt x="8548" y="186529"/>
                </a:lnTo>
                <a:lnTo>
                  <a:pt x="0" y="251650"/>
                </a:lnTo>
                <a:lnTo>
                  <a:pt x="2148" y="284598"/>
                </a:lnTo>
                <a:lnTo>
                  <a:pt x="19132" y="347935"/>
                </a:lnTo>
                <a:lnTo>
                  <a:pt x="52080" y="405002"/>
                </a:lnTo>
                <a:lnTo>
                  <a:pt x="98433" y="451202"/>
                </a:lnTo>
                <a:lnTo>
                  <a:pt x="155500" y="484150"/>
                </a:lnTo>
                <a:lnTo>
                  <a:pt x="218690" y="501139"/>
                </a:lnTo>
                <a:lnTo>
                  <a:pt x="251637" y="503288"/>
                </a:lnTo>
                <a:lnTo>
                  <a:pt x="284585" y="501139"/>
                </a:lnTo>
                <a:lnTo>
                  <a:pt x="347923" y="484150"/>
                </a:lnTo>
                <a:lnTo>
                  <a:pt x="404989" y="451202"/>
                </a:lnTo>
                <a:lnTo>
                  <a:pt x="451190" y="405002"/>
                </a:lnTo>
                <a:lnTo>
                  <a:pt x="484137" y="347935"/>
                </a:lnTo>
                <a:lnTo>
                  <a:pt x="501126" y="284598"/>
                </a:lnTo>
                <a:lnTo>
                  <a:pt x="503275" y="251650"/>
                </a:lnTo>
                <a:lnTo>
                  <a:pt x="501126" y="218701"/>
                </a:lnTo>
                <a:lnTo>
                  <a:pt x="484137" y="155508"/>
                </a:lnTo>
                <a:lnTo>
                  <a:pt x="451190" y="98446"/>
                </a:lnTo>
                <a:lnTo>
                  <a:pt x="404989" y="52093"/>
                </a:lnTo>
                <a:lnTo>
                  <a:pt x="347923" y="19138"/>
                </a:lnTo>
                <a:lnTo>
                  <a:pt x="284585" y="2148"/>
                </a:lnTo>
                <a:lnTo>
                  <a:pt x="251637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" name="object 8" descr=""/>
          <p:cNvSpPr/>
          <p:nvPr/>
        </p:nvSpPr>
        <p:spPr bwMode="auto">
          <a:xfrm>
            <a:off x="8892361" y="6364795"/>
            <a:ext cx="503555" cy="503555"/>
          </a:xfrm>
          <a:custGeom>
            <a:avLst/>
            <a:gdLst/>
            <a:ahLst/>
            <a:cxnLst/>
            <a:rect l="l" t="t" r="r" b="b"/>
            <a:pathLst>
              <a:path w="503554" h="503554" fill="norm" stroke="1" extrusionOk="0">
                <a:moveTo>
                  <a:pt x="251637" y="0"/>
                </a:moveTo>
                <a:lnTo>
                  <a:pt x="186521" y="8550"/>
                </a:lnTo>
                <a:lnTo>
                  <a:pt x="125996" y="33845"/>
                </a:lnTo>
                <a:lnTo>
                  <a:pt x="73709" y="73717"/>
                </a:lnTo>
                <a:lnTo>
                  <a:pt x="33832" y="126009"/>
                </a:lnTo>
                <a:lnTo>
                  <a:pt x="8548" y="186529"/>
                </a:lnTo>
                <a:lnTo>
                  <a:pt x="0" y="251650"/>
                </a:lnTo>
                <a:lnTo>
                  <a:pt x="2148" y="284598"/>
                </a:lnTo>
                <a:lnTo>
                  <a:pt x="19132" y="347935"/>
                </a:lnTo>
                <a:lnTo>
                  <a:pt x="52085" y="405002"/>
                </a:lnTo>
                <a:lnTo>
                  <a:pt x="98435" y="451202"/>
                </a:lnTo>
                <a:lnTo>
                  <a:pt x="155500" y="484150"/>
                </a:lnTo>
                <a:lnTo>
                  <a:pt x="218690" y="501139"/>
                </a:lnTo>
                <a:lnTo>
                  <a:pt x="251637" y="503288"/>
                </a:lnTo>
                <a:lnTo>
                  <a:pt x="284590" y="501139"/>
                </a:lnTo>
                <a:lnTo>
                  <a:pt x="347924" y="484150"/>
                </a:lnTo>
                <a:lnTo>
                  <a:pt x="404990" y="451202"/>
                </a:lnTo>
                <a:lnTo>
                  <a:pt x="451195" y="405002"/>
                </a:lnTo>
                <a:lnTo>
                  <a:pt x="484142" y="347935"/>
                </a:lnTo>
                <a:lnTo>
                  <a:pt x="501127" y="284598"/>
                </a:lnTo>
                <a:lnTo>
                  <a:pt x="503275" y="251650"/>
                </a:lnTo>
                <a:lnTo>
                  <a:pt x="501127" y="218701"/>
                </a:lnTo>
                <a:lnTo>
                  <a:pt x="484142" y="155508"/>
                </a:lnTo>
                <a:lnTo>
                  <a:pt x="451195" y="98446"/>
                </a:lnTo>
                <a:lnTo>
                  <a:pt x="404990" y="52093"/>
                </a:lnTo>
                <a:lnTo>
                  <a:pt x="347924" y="19138"/>
                </a:lnTo>
                <a:lnTo>
                  <a:pt x="284590" y="2148"/>
                </a:lnTo>
                <a:lnTo>
                  <a:pt x="251637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object 9" descr=""/>
          <p:cNvSpPr/>
          <p:nvPr/>
        </p:nvSpPr>
        <p:spPr bwMode="auto">
          <a:xfrm>
            <a:off x="13908962" y="6364795"/>
            <a:ext cx="503555" cy="503555"/>
          </a:xfrm>
          <a:custGeom>
            <a:avLst/>
            <a:gdLst/>
            <a:ahLst/>
            <a:cxnLst/>
            <a:rect l="l" t="t" r="r" b="b"/>
            <a:pathLst>
              <a:path w="503555" h="503554" fill="norm" stroke="1" extrusionOk="0">
                <a:moveTo>
                  <a:pt x="251637" y="0"/>
                </a:moveTo>
                <a:lnTo>
                  <a:pt x="186521" y="8550"/>
                </a:lnTo>
                <a:lnTo>
                  <a:pt x="125996" y="33845"/>
                </a:lnTo>
                <a:lnTo>
                  <a:pt x="73704" y="73717"/>
                </a:lnTo>
                <a:lnTo>
                  <a:pt x="33832" y="126009"/>
                </a:lnTo>
                <a:lnTo>
                  <a:pt x="8548" y="186529"/>
                </a:lnTo>
                <a:lnTo>
                  <a:pt x="0" y="251650"/>
                </a:lnTo>
                <a:lnTo>
                  <a:pt x="2148" y="284598"/>
                </a:lnTo>
                <a:lnTo>
                  <a:pt x="19132" y="347935"/>
                </a:lnTo>
                <a:lnTo>
                  <a:pt x="52080" y="405002"/>
                </a:lnTo>
                <a:lnTo>
                  <a:pt x="98433" y="451202"/>
                </a:lnTo>
                <a:lnTo>
                  <a:pt x="155500" y="484150"/>
                </a:lnTo>
                <a:lnTo>
                  <a:pt x="218690" y="501139"/>
                </a:lnTo>
                <a:lnTo>
                  <a:pt x="251637" y="503288"/>
                </a:lnTo>
                <a:lnTo>
                  <a:pt x="284585" y="501139"/>
                </a:lnTo>
                <a:lnTo>
                  <a:pt x="347923" y="484150"/>
                </a:lnTo>
                <a:lnTo>
                  <a:pt x="404989" y="451202"/>
                </a:lnTo>
                <a:lnTo>
                  <a:pt x="451190" y="405002"/>
                </a:lnTo>
                <a:lnTo>
                  <a:pt x="484137" y="347935"/>
                </a:lnTo>
                <a:lnTo>
                  <a:pt x="501126" y="284598"/>
                </a:lnTo>
                <a:lnTo>
                  <a:pt x="503275" y="251650"/>
                </a:lnTo>
                <a:lnTo>
                  <a:pt x="501126" y="218701"/>
                </a:lnTo>
                <a:lnTo>
                  <a:pt x="484137" y="155508"/>
                </a:lnTo>
                <a:lnTo>
                  <a:pt x="451190" y="98446"/>
                </a:lnTo>
                <a:lnTo>
                  <a:pt x="404989" y="52093"/>
                </a:lnTo>
                <a:lnTo>
                  <a:pt x="347923" y="19138"/>
                </a:lnTo>
                <a:lnTo>
                  <a:pt x="284585" y="2148"/>
                </a:lnTo>
                <a:lnTo>
                  <a:pt x="251637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" name="object 10" descr=""/>
          <p:cNvSpPr txBox="1"/>
          <p:nvPr/>
        </p:nvSpPr>
        <p:spPr bwMode="auto">
          <a:xfrm>
            <a:off x="4392256" y="1802777"/>
            <a:ext cx="9999980" cy="438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000" spc="-430">
                <a:solidFill>
                  <a:srgbClr val="0049AC"/>
                </a:solidFill>
                <a:latin typeface="Arial Black"/>
                <a:cs typeface="Arial Black"/>
              </a:rPr>
              <a:t>Experimental</a:t>
            </a:r>
            <a:r>
              <a:rPr sz="8000" spc="-545">
                <a:solidFill>
                  <a:srgbClr val="0049AC"/>
                </a:solidFill>
                <a:latin typeface="Arial Black"/>
                <a:cs typeface="Arial Black"/>
              </a:rPr>
              <a:t> </a:t>
            </a:r>
            <a:r>
              <a:rPr sz="8000" spc="-550">
                <a:solidFill>
                  <a:srgbClr val="0049AC"/>
                </a:solidFill>
                <a:latin typeface="Arial Black"/>
                <a:cs typeface="Arial Black"/>
              </a:rPr>
              <a:t>Setup</a:t>
            </a:r>
            <a:endParaRPr sz="8000">
              <a:latin typeface="Arial Black"/>
              <a:cs typeface="Arial Black"/>
            </a:endParaRPr>
          </a:p>
          <a:p>
            <a:pPr marR="639445" algn="ctr">
              <a:lnSpc>
                <a:spcPct val="100000"/>
              </a:lnSpc>
              <a:spcBef>
                <a:spcPts val="7719"/>
              </a:spcBef>
              <a:defRPr/>
            </a:pPr>
            <a:r>
              <a:rPr sz="4000" spc="-265">
                <a:solidFill>
                  <a:srgbClr val="0049AC"/>
                </a:solidFill>
                <a:latin typeface="Arial Black"/>
                <a:cs typeface="Arial Black"/>
              </a:rPr>
              <a:t>Frameworks</a:t>
            </a:r>
            <a:endParaRPr sz="4000">
              <a:latin typeface="Arial Black"/>
              <a:cs typeface="Arial Black"/>
            </a:endParaRPr>
          </a:p>
          <a:p>
            <a:pPr marR="494030" algn="ctr">
              <a:lnSpc>
                <a:spcPct val="100000"/>
              </a:lnSpc>
              <a:spcBef>
                <a:spcPts val="200"/>
              </a:spcBef>
              <a:defRPr/>
            </a:pPr>
            <a:r>
              <a:rPr sz="3000" spc="-40">
                <a:latin typeface="Lucida Sans Unicode"/>
                <a:cs typeface="Lucida Sans Unicode"/>
              </a:rPr>
              <a:t>Computer</a:t>
            </a:r>
            <a:r>
              <a:rPr sz="3000" spc="-140">
                <a:latin typeface="Lucida Sans Unicode"/>
                <a:cs typeface="Lucida Sans Unicode"/>
              </a:rPr>
              <a:t> </a:t>
            </a:r>
            <a:r>
              <a:rPr sz="3000" spc="-70">
                <a:latin typeface="Lucida Sans Unicode"/>
                <a:cs typeface="Lucida Sans Unicode"/>
              </a:rPr>
              <a:t>vision</a:t>
            </a:r>
            <a:r>
              <a:rPr sz="3000" spc="-135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libraries</a:t>
            </a:r>
            <a:r>
              <a:rPr sz="3000" spc="-135">
                <a:latin typeface="Lucida Sans Unicode"/>
                <a:cs typeface="Lucida Sans Unicode"/>
              </a:rPr>
              <a:t> </a:t>
            </a:r>
            <a:r>
              <a:rPr sz="3000" spc="-25">
                <a:latin typeface="Lucida Sans Unicode"/>
                <a:cs typeface="Lucida Sans Unicode"/>
              </a:rPr>
              <a:t>are</a:t>
            </a:r>
            <a:endParaRPr sz="3000">
              <a:latin typeface="Lucida Sans Unicode"/>
              <a:cs typeface="Lucida Sans Unicode"/>
            </a:endParaRPr>
          </a:p>
          <a:p>
            <a:pPr marL="2360930" marR="2854325" algn="ctr">
              <a:lnSpc>
                <a:spcPct val="116700"/>
              </a:lnSpc>
              <a:defRPr/>
            </a:pPr>
            <a:r>
              <a:rPr sz="3000" spc="-50">
                <a:latin typeface="Lucida Sans Unicode"/>
                <a:cs typeface="Lucida Sans Unicode"/>
              </a:rPr>
              <a:t>applied</a:t>
            </a:r>
            <a:r>
              <a:rPr sz="3000" spc="-18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for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45">
                <a:latin typeface="Lucida Sans Unicode"/>
                <a:cs typeface="Lucida Sans Unicode"/>
              </a:rPr>
              <a:t>effective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image processing.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object 3" descr=""/>
          <p:cNvSpPr txBox="1"/>
          <p:nvPr/>
        </p:nvSpPr>
        <p:spPr bwMode="auto">
          <a:xfrm>
            <a:off x="5674575" y="1825460"/>
            <a:ext cx="877379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000" spc="-545">
                <a:solidFill>
                  <a:srgbClr val="0049AC"/>
                </a:solidFill>
                <a:latin typeface="Arial Black"/>
                <a:cs typeface="Arial Black"/>
              </a:rPr>
              <a:t>Results</a:t>
            </a:r>
            <a:r>
              <a:rPr sz="8000" spc="-580">
                <a:solidFill>
                  <a:srgbClr val="0049AC"/>
                </a:solidFill>
                <a:latin typeface="Arial Black"/>
                <a:cs typeface="Arial Black"/>
              </a:rPr>
              <a:t> </a:t>
            </a:r>
            <a:r>
              <a:rPr sz="8000" spc="-450">
                <a:solidFill>
                  <a:srgbClr val="0049AC"/>
                </a:solidFill>
                <a:latin typeface="Arial Black"/>
                <a:cs typeface="Arial Black"/>
              </a:rPr>
              <a:t>Overview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defRPr/>
            </a:pPr>
            <a:r>
              <a:rPr spc="-855"/>
              <a:t>8</a:t>
            </a:r>
            <a:endParaRPr/>
          </a:p>
        </p:txBody>
      </p:sp>
      <p:sp>
        <p:nvSpPr>
          <p:cNvPr id="5" name="object 5" descr=""/>
          <p:cNvSpPr txBox="1"/>
          <p:nvPr/>
        </p:nvSpPr>
        <p:spPr bwMode="auto">
          <a:xfrm>
            <a:off x="1492465" y="3727703"/>
            <a:ext cx="58026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8125" algn="l"/>
                <a:tab pos="3377565" algn="l"/>
              </a:tabLst>
              <a:defRPr/>
            </a:pPr>
            <a:r>
              <a:rPr sz="4000" spc="-25">
                <a:latin typeface="Lucida Sans Unicode"/>
                <a:cs typeface="Lucida Sans Unicode"/>
              </a:rPr>
              <a:t>The</a:t>
            </a:r>
            <a:r>
              <a:rPr sz="4000">
                <a:latin typeface="Lucida Sans Unicode"/>
                <a:cs typeface="Lucida Sans Unicode"/>
              </a:rPr>
              <a:t>	</a:t>
            </a:r>
            <a:r>
              <a:rPr sz="4000" spc="-20">
                <a:latin typeface="Lucida Sans Unicode"/>
                <a:cs typeface="Lucida Sans Unicode"/>
              </a:rPr>
              <a:t>AEGS</a:t>
            </a:r>
            <a:r>
              <a:rPr sz="4000">
                <a:latin typeface="Lucida Sans Unicode"/>
                <a:cs typeface="Lucida Sans Unicode"/>
              </a:rPr>
              <a:t>	</a:t>
            </a:r>
            <a:r>
              <a:rPr sz="4000" spc="-65">
                <a:latin typeface="Lucida Sans Unicode"/>
                <a:cs typeface="Lucida Sans Unicode"/>
              </a:rPr>
              <a:t>effectively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 bwMode="auto">
          <a:xfrm>
            <a:off x="1492465" y="4438700"/>
            <a:ext cx="36747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4000" spc="-180">
                <a:latin typeface="Lucida Sans Unicode"/>
                <a:cs typeface="Lucida Sans Unicode"/>
              </a:rPr>
              <a:t>multiple-</a:t>
            </a:r>
            <a:r>
              <a:rPr sz="4000" spc="-65">
                <a:latin typeface="Lucida Sans Unicode"/>
                <a:cs typeface="Lucida Sans Unicode"/>
              </a:rPr>
              <a:t>choice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 bwMode="auto">
          <a:xfrm>
            <a:off x="7675885" y="3626261"/>
            <a:ext cx="2493010" cy="144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6375">
              <a:lnSpc>
                <a:spcPct val="116599"/>
              </a:lnSpc>
              <a:spcBef>
                <a:spcPts val="100"/>
              </a:spcBef>
              <a:defRPr/>
            </a:pPr>
            <a:r>
              <a:rPr sz="4000" spc="-50">
                <a:latin typeface="Lucida Sans Unicode"/>
                <a:cs typeface="Lucida Sans Unicode"/>
              </a:rPr>
              <a:t>evaluates </a:t>
            </a:r>
            <a:r>
              <a:rPr sz="4000" spc="-85">
                <a:latin typeface="Lucida Sans Unicode"/>
                <a:cs typeface="Lucida Sans Unicode"/>
              </a:rPr>
              <a:t>questions,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 bwMode="auto">
          <a:xfrm>
            <a:off x="1492465" y="5048254"/>
            <a:ext cx="867600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599"/>
              </a:lnSpc>
              <a:spcBef>
                <a:spcPts val="100"/>
              </a:spcBef>
              <a:defRPr/>
            </a:pPr>
            <a:r>
              <a:rPr sz="4000" spc="-75">
                <a:latin typeface="Lucida Sans Unicode"/>
                <a:cs typeface="Lucida Sans Unicode"/>
              </a:rPr>
              <a:t>subjective</a:t>
            </a:r>
            <a:r>
              <a:rPr sz="4000" spc="-229">
                <a:latin typeface="Lucida Sans Unicode"/>
                <a:cs typeface="Lucida Sans Unicode"/>
              </a:rPr>
              <a:t> </a:t>
            </a:r>
            <a:r>
              <a:rPr sz="4000" spc="-85">
                <a:latin typeface="Lucida Sans Unicode"/>
                <a:cs typeface="Lucida Sans Unicode"/>
              </a:rPr>
              <a:t>responses,</a:t>
            </a:r>
            <a:r>
              <a:rPr sz="4000" spc="-229">
                <a:latin typeface="Lucida Sans Unicode"/>
                <a:cs typeface="Lucida Sans Unicode"/>
              </a:rPr>
              <a:t> </a:t>
            </a:r>
            <a:r>
              <a:rPr sz="4000">
                <a:latin typeface="Lucida Sans Unicode"/>
                <a:cs typeface="Lucida Sans Unicode"/>
              </a:rPr>
              <a:t>and</a:t>
            </a:r>
            <a:r>
              <a:rPr sz="4000" spc="-225">
                <a:latin typeface="Lucida Sans Unicode"/>
                <a:cs typeface="Lucida Sans Unicode"/>
              </a:rPr>
              <a:t> </a:t>
            </a:r>
            <a:r>
              <a:rPr sz="4000" spc="-45">
                <a:latin typeface="Lucida Sans Unicode"/>
                <a:cs typeface="Lucida Sans Unicode"/>
              </a:rPr>
              <a:t>diagrams, </a:t>
            </a:r>
            <a:r>
              <a:rPr sz="4000">
                <a:latin typeface="Lucida Sans Unicode"/>
                <a:cs typeface="Lucida Sans Unicode"/>
              </a:rPr>
              <a:t>ensuring</a:t>
            </a:r>
            <a:r>
              <a:rPr sz="4000" spc="-105">
                <a:latin typeface="Lucida Sans Unicode"/>
                <a:cs typeface="Lucida Sans Unicode"/>
              </a:rPr>
              <a:t>  </a:t>
            </a:r>
            <a:r>
              <a:rPr sz="4000">
                <a:latin typeface="Lucida Sans Unicode"/>
                <a:cs typeface="Lucida Sans Unicode"/>
              </a:rPr>
              <a:t>prompt</a:t>
            </a:r>
            <a:r>
              <a:rPr sz="4000" spc="-105">
                <a:latin typeface="Lucida Sans Unicode"/>
                <a:cs typeface="Lucida Sans Unicode"/>
              </a:rPr>
              <a:t>  </a:t>
            </a:r>
            <a:r>
              <a:rPr sz="4000">
                <a:latin typeface="Lucida Sans Unicode"/>
                <a:cs typeface="Lucida Sans Unicode"/>
              </a:rPr>
              <a:t>and</a:t>
            </a:r>
            <a:r>
              <a:rPr sz="4000" spc="-105">
                <a:latin typeface="Lucida Sans Unicode"/>
                <a:cs typeface="Lucida Sans Unicode"/>
              </a:rPr>
              <a:t>  </a:t>
            </a:r>
            <a:r>
              <a:rPr sz="4000" spc="-10">
                <a:latin typeface="Lucida Sans Unicode"/>
                <a:cs typeface="Lucida Sans Unicode"/>
              </a:rPr>
              <a:t>dependable </a:t>
            </a:r>
            <a:r>
              <a:rPr sz="4000" spc="-75">
                <a:latin typeface="Lucida Sans Unicode"/>
                <a:cs typeface="Lucida Sans Unicode"/>
              </a:rPr>
              <a:t>assessments</a:t>
            </a:r>
            <a:r>
              <a:rPr sz="4000" spc="-204">
                <a:latin typeface="Lucida Sans Unicode"/>
                <a:cs typeface="Lucida Sans Unicode"/>
              </a:rPr>
              <a:t> </a:t>
            </a:r>
            <a:r>
              <a:rPr sz="4000" spc="-45">
                <a:latin typeface="Lucida Sans Unicode"/>
                <a:cs typeface="Lucida Sans Unicode"/>
              </a:rPr>
              <a:t>for</a:t>
            </a:r>
            <a:r>
              <a:rPr sz="4000" spc="-200">
                <a:latin typeface="Lucida Sans Unicode"/>
                <a:cs typeface="Lucida Sans Unicode"/>
              </a:rPr>
              <a:t> </a:t>
            </a:r>
            <a:r>
              <a:rPr sz="4000" spc="-10">
                <a:latin typeface="Lucida Sans Unicode"/>
                <a:cs typeface="Lucida Sans Unicode"/>
              </a:rPr>
              <a:t>educators.</a:t>
            </a:r>
            <a:endParaRPr sz="400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3"/>
          <a:stretch/>
        </p:blipFill>
        <p:spPr bwMode="auto">
          <a:xfrm>
            <a:off x="11664721" y="4547158"/>
            <a:ext cx="5376964" cy="36701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  <a:defRPr/>
            </a:pPr>
            <a:r>
              <a:rPr spc="-855"/>
              <a:t>9</a:t>
            </a:r>
            <a:endParaRPr/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="horz" wrap="square" lIns="0" tIns="141579" rIns="0" bIns="0" rtlCol="0">
            <a:spAutoFit/>
          </a:bodyPr>
          <a:lstStyle/>
          <a:p>
            <a:pPr marR="61531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pc="-508"/>
              <a:t>Conclusion</a:t>
            </a:r>
            <a:endParaRPr/>
          </a:p>
          <a:p>
            <a:pPr marL="12700" marR="5080">
              <a:lnSpc>
                <a:spcPct val="116700"/>
              </a:lnSpc>
              <a:spcBef>
                <a:spcPts val="3735"/>
              </a:spcBef>
              <a:defRPr/>
            </a:pP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AEGS</a:t>
            </a:r>
            <a:r>
              <a:rPr sz="3000" spc="-4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45">
                <a:solidFill>
                  <a:srgbClr val="000000"/>
                </a:solidFill>
                <a:latin typeface="Lucida Sans Unicode"/>
                <a:cs typeface="Lucida Sans Unicode"/>
              </a:rPr>
              <a:t>significantly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enhances</a:t>
            </a:r>
            <a:r>
              <a:rPr sz="3000" spc="-4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10">
                <a:solidFill>
                  <a:srgbClr val="000000"/>
                </a:solidFill>
                <a:latin typeface="Lucida Sans Unicode"/>
                <a:cs typeface="Lucida Sans Unicode"/>
              </a:rPr>
              <a:t>educational</a:t>
            </a:r>
            <a:r>
              <a:rPr sz="3000" spc="-4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assessment</a:t>
            </a:r>
            <a:r>
              <a:rPr sz="3000" spc="-4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by</a:t>
            </a:r>
            <a:r>
              <a:rPr sz="3000" spc="-4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25">
                <a:solidFill>
                  <a:srgbClr val="000000"/>
                </a:solidFill>
                <a:latin typeface="Lucida Sans Unicode"/>
                <a:cs typeface="Lucida Sans Unicode"/>
              </a:rPr>
              <a:t>providing</a:t>
            </a:r>
            <a:r>
              <a:rPr sz="3000" spc="-4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>
                <a:solidFill>
                  <a:srgbClr val="000000"/>
                </a:solidFill>
                <a:latin typeface="Lucida Sans Unicode"/>
                <a:cs typeface="Lucida Sans Unicode"/>
              </a:rPr>
              <a:t>a</a:t>
            </a:r>
            <a:r>
              <a:rPr sz="3000" spc="-5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000" spc="-10">
                <a:solidFill>
                  <a:srgbClr val="000000"/>
                </a:solidFill>
                <a:latin typeface="Lucida Sans Unicode"/>
                <a:cs typeface="Lucida Sans Unicode"/>
              </a:rPr>
              <a:t>structured framework.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 bwMode="auto">
          <a:xfrm>
            <a:off x="972261" y="3771975"/>
            <a:ext cx="46863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60">
                <a:solidFill>
                  <a:srgbClr val="0049AC"/>
                </a:solidFill>
                <a:latin typeface="Arial Black"/>
                <a:cs typeface="Arial Black"/>
              </a:rPr>
              <a:t>2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 bwMode="auto">
          <a:xfrm>
            <a:off x="972261" y="6032779"/>
            <a:ext cx="46863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60">
                <a:solidFill>
                  <a:srgbClr val="0049AC"/>
                </a:solidFill>
                <a:latin typeface="Arial Black"/>
                <a:cs typeface="Arial Black"/>
              </a:rPr>
              <a:t>3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 bwMode="auto">
          <a:xfrm>
            <a:off x="972261" y="8063179"/>
            <a:ext cx="46863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100" spc="-660">
                <a:solidFill>
                  <a:srgbClr val="0049AC"/>
                </a:solidFill>
                <a:latin typeface="Arial Black"/>
                <a:cs typeface="Arial Black"/>
              </a:rPr>
              <a:t>4</a:t>
            </a:r>
            <a:endParaRPr sz="61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 bwMode="auto">
          <a:xfrm>
            <a:off x="2418740" y="7740256"/>
            <a:ext cx="141503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000">
                <a:latin typeface="Lucida Sans Unicode"/>
                <a:cs typeface="Lucida Sans Unicode"/>
              </a:rPr>
              <a:t>It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45">
                <a:latin typeface="Lucida Sans Unicode"/>
                <a:cs typeface="Lucida Sans Unicode"/>
              </a:rPr>
              <a:t>promotes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70">
                <a:latin typeface="Lucida Sans Unicode"/>
                <a:cs typeface="Lucida Sans Unicode"/>
              </a:rPr>
              <a:t>efficiency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and</a:t>
            </a:r>
            <a:r>
              <a:rPr sz="3000" spc="-170">
                <a:latin typeface="Lucida Sans Unicode"/>
                <a:cs typeface="Lucida Sans Unicode"/>
              </a:rPr>
              <a:t> </a:t>
            </a:r>
            <a:r>
              <a:rPr sz="3000" spc="-55">
                <a:latin typeface="Lucida Sans Unicode"/>
                <a:cs typeface="Lucida Sans Unicode"/>
              </a:rPr>
              <a:t>accuracy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in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55">
                <a:latin typeface="Lucida Sans Unicode"/>
                <a:cs typeface="Lucida Sans Unicode"/>
              </a:rPr>
              <a:t>grading,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 spc="-45">
                <a:latin typeface="Lucida Sans Unicode"/>
                <a:cs typeface="Lucida Sans Unicode"/>
              </a:rPr>
              <a:t>reducing</a:t>
            </a:r>
            <a:r>
              <a:rPr sz="3000" spc="-17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human</a:t>
            </a:r>
            <a:r>
              <a:rPr sz="3000" spc="-18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error</a:t>
            </a:r>
            <a:r>
              <a:rPr sz="3000" spc="-18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and</a:t>
            </a:r>
            <a:r>
              <a:rPr sz="3000" spc="-170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bias.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 bwMode="auto">
          <a:xfrm>
            <a:off x="2504414" y="5710212"/>
            <a:ext cx="132575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000" spc="-90">
                <a:latin typeface="Lucida Sans Unicode"/>
                <a:cs typeface="Lucida Sans Unicode"/>
              </a:rPr>
              <a:t>Moreover,</a:t>
            </a:r>
            <a:r>
              <a:rPr sz="3000" spc="-160">
                <a:latin typeface="Lucida Sans Unicode"/>
                <a:cs typeface="Lucida Sans Unicode"/>
              </a:rPr>
              <a:t> </a:t>
            </a:r>
            <a:r>
              <a:rPr sz="3000" spc="-75">
                <a:latin typeface="Lucida Sans Unicode"/>
                <a:cs typeface="Lucida Sans Unicode"/>
              </a:rPr>
              <a:t>it</a:t>
            </a:r>
            <a:r>
              <a:rPr sz="3000" spc="-160">
                <a:latin typeface="Lucida Sans Unicode"/>
                <a:cs typeface="Lucida Sans Unicode"/>
              </a:rPr>
              <a:t> </a:t>
            </a:r>
            <a:r>
              <a:rPr sz="3000" spc="-35">
                <a:latin typeface="Lucida Sans Unicode"/>
                <a:cs typeface="Lucida Sans Unicode"/>
              </a:rPr>
              <a:t>ensures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 spc="-45">
                <a:latin typeface="Lucida Sans Unicode"/>
                <a:cs typeface="Lucida Sans Unicode"/>
              </a:rPr>
              <a:t>fairness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in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 spc="-40">
                <a:latin typeface="Lucida Sans Unicode"/>
                <a:cs typeface="Lucida Sans Unicode"/>
              </a:rPr>
              <a:t>grading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 spc="-75">
                <a:latin typeface="Lucida Sans Unicode"/>
                <a:cs typeface="Lucida Sans Unicode"/>
              </a:rPr>
              <a:t>processes,</a:t>
            </a:r>
            <a:r>
              <a:rPr sz="3000" spc="-160">
                <a:latin typeface="Lucida Sans Unicode"/>
                <a:cs typeface="Lucida Sans Unicode"/>
              </a:rPr>
              <a:t> </a:t>
            </a:r>
            <a:r>
              <a:rPr sz="3000" spc="-45">
                <a:latin typeface="Lucida Sans Unicode"/>
                <a:cs typeface="Lucida Sans Unicode"/>
              </a:rPr>
              <a:t>benefiting</a:t>
            </a:r>
            <a:r>
              <a:rPr sz="3000" spc="-170">
                <a:latin typeface="Lucida Sans Unicode"/>
                <a:cs typeface="Lucida Sans Unicode"/>
              </a:rPr>
              <a:t> </a:t>
            </a:r>
            <a:r>
              <a:rPr sz="3000" spc="-65">
                <a:latin typeface="Lucida Sans Unicode"/>
                <a:cs typeface="Lucida Sans Unicode"/>
              </a:rPr>
              <a:t>all</a:t>
            </a:r>
            <a:r>
              <a:rPr sz="3000" spc="-16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students.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500" spc="-765">
                <a:solidFill>
                  <a:srgbClr val="0049AC"/>
                </a:solidFill>
              </a:rPr>
              <a:t>Thank</a:t>
            </a:r>
            <a:r>
              <a:rPr sz="12500" spc="-910">
                <a:solidFill>
                  <a:srgbClr val="0049AC"/>
                </a:solidFill>
              </a:rPr>
              <a:t> </a:t>
            </a:r>
            <a:r>
              <a:rPr sz="12500" spc="-1685">
                <a:solidFill>
                  <a:srgbClr val="0049AC"/>
                </a:solidFill>
              </a:rPr>
              <a:t>Y</a:t>
            </a:r>
            <a:r>
              <a:rPr sz="12500" spc="-900">
                <a:solidFill>
                  <a:srgbClr val="0049AC"/>
                </a:solidFill>
              </a:rPr>
              <a:t>ou</a:t>
            </a:r>
            <a:endParaRPr sz="12500"/>
          </a:p>
        </p:txBody>
      </p:sp>
      <p:grpSp>
        <p:nvGrpSpPr>
          <p:cNvPr id="3" name="object 3" descr=""/>
          <p:cNvGrpSpPr/>
          <p:nvPr/>
        </p:nvGrpSpPr>
        <p:grpSpPr bwMode="auto">
          <a:xfrm>
            <a:off x="-355" y="9196920"/>
            <a:ext cx="5173980" cy="1090295"/>
            <a:chOff x="-355" y="9196920"/>
            <a:chExt cx="5173980" cy="1090295"/>
          </a:xfrm>
        </p:grpSpPr>
        <p:sp>
          <p:nvSpPr>
            <p:cNvPr id="4" name="object 4" descr=""/>
            <p:cNvSpPr/>
            <p:nvPr/>
          </p:nvSpPr>
          <p:spPr bwMode="auto">
            <a:xfrm>
              <a:off x="-355" y="9761766"/>
              <a:ext cx="5173980" cy="525145"/>
            </a:xfrm>
            <a:custGeom>
              <a:avLst/>
              <a:gdLst/>
              <a:ahLst/>
              <a:cxnLst/>
              <a:rect l="l" t="t" r="r" b="b"/>
              <a:pathLst>
                <a:path w="5173980" h="525145" fill="norm" stroke="1" extrusionOk="0">
                  <a:moveTo>
                    <a:pt x="5173560" y="0"/>
                  </a:moveTo>
                  <a:lnTo>
                    <a:pt x="362877" y="0"/>
                  </a:lnTo>
                  <a:lnTo>
                    <a:pt x="0" y="524878"/>
                  </a:lnTo>
                  <a:lnTo>
                    <a:pt x="5173560" y="524878"/>
                  </a:lnTo>
                  <a:lnTo>
                    <a:pt x="5173560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 descr=""/>
            <p:cNvSpPr/>
            <p:nvPr/>
          </p:nvSpPr>
          <p:spPr bwMode="auto">
            <a:xfrm>
              <a:off x="1004404" y="9196920"/>
              <a:ext cx="4169410" cy="525145"/>
            </a:xfrm>
            <a:custGeom>
              <a:avLst/>
              <a:gdLst/>
              <a:ahLst/>
              <a:cxnLst/>
              <a:rect l="l" t="t" r="r" b="b"/>
              <a:pathLst>
                <a:path w="4169410" h="525145" fill="norm" stroke="1" extrusionOk="0">
                  <a:moveTo>
                    <a:pt x="4168800" y="0"/>
                  </a:moveTo>
                  <a:lnTo>
                    <a:pt x="362877" y="0"/>
                  </a:lnTo>
                  <a:lnTo>
                    <a:pt x="0" y="524878"/>
                  </a:lnTo>
                  <a:lnTo>
                    <a:pt x="4168800" y="524878"/>
                  </a:lnTo>
                  <a:lnTo>
                    <a:pt x="4168800" y="0"/>
                  </a:lnTo>
                  <a:close/>
                </a:path>
              </a:pathLst>
            </a:custGeom>
            <a:solidFill>
              <a:srgbClr val="0360D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" name="object 6" descr=""/>
          <p:cNvSpPr/>
          <p:nvPr/>
        </p:nvSpPr>
        <p:spPr bwMode="auto">
          <a:xfrm>
            <a:off x="1830603" y="8618397"/>
            <a:ext cx="3342640" cy="525145"/>
          </a:xfrm>
          <a:custGeom>
            <a:avLst/>
            <a:gdLst/>
            <a:ahLst/>
            <a:cxnLst/>
            <a:rect l="l" t="t" r="r" b="b"/>
            <a:pathLst>
              <a:path w="3342640" h="525145" fill="norm" stroke="1" extrusionOk="0">
                <a:moveTo>
                  <a:pt x="594360" y="0"/>
                </a:moveTo>
                <a:lnTo>
                  <a:pt x="366115" y="0"/>
                </a:lnTo>
                <a:lnTo>
                  <a:pt x="0" y="524878"/>
                </a:lnTo>
                <a:lnTo>
                  <a:pt x="228600" y="524878"/>
                </a:lnTo>
                <a:lnTo>
                  <a:pt x="594360" y="0"/>
                </a:lnTo>
                <a:close/>
              </a:path>
              <a:path w="3342640" h="525145" fill="norm" stroke="1" extrusionOk="0">
                <a:moveTo>
                  <a:pt x="979551" y="0"/>
                </a:moveTo>
                <a:lnTo>
                  <a:pt x="751319" y="0"/>
                </a:lnTo>
                <a:lnTo>
                  <a:pt x="385559" y="524878"/>
                </a:lnTo>
                <a:lnTo>
                  <a:pt x="613791" y="524878"/>
                </a:lnTo>
                <a:lnTo>
                  <a:pt x="979551" y="0"/>
                </a:lnTo>
                <a:close/>
              </a:path>
              <a:path w="3342640" h="525145" fill="norm" stroke="1" extrusionOk="0">
                <a:moveTo>
                  <a:pt x="3342602" y="0"/>
                </a:moveTo>
                <a:lnTo>
                  <a:pt x="1105560" y="0"/>
                </a:lnTo>
                <a:lnTo>
                  <a:pt x="742670" y="524878"/>
                </a:lnTo>
                <a:lnTo>
                  <a:pt x="3342602" y="524878"/>
                </a:lnTo>
                <a:lnTo>
                  <a:pt x="3342602" y="0"/>
                </a:lnTo>
                <a:close/>
              </a:path>
            </a:pathLst>
          </a:custGeom>
          <a:solidFill>
            <a:srgbClr val="036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pSp>
        <p:nvGrpSpPr>
          <p:cNvPr id="7" name="object 7" descr=""/>
          <p:cNvGrpSpPr/>
          <p:nvPr/>
        </p:nvGrpSpPr>
        <p:grpSpPr bwMode="auto">
          <a:xfrm>
            <a:off x="13114083" y="578523"/>
            <a:ext cx="5173980" cy="1090295"/>
            <a:chOff x="13114083" y="578523"/>
            <a:chExt cx="5173980" cy="1090295"/>
          </a:xfrm>
        </p:grpSpPr>
        <p:sp>
          <p:nvSpPr>
            <p:cNvPr id="8" name="object 8" descr=""/>
            <p:cNvSpPr/>
            <p:nvPr/>
          </p:nvSpPr>
          <p:spPr bwMode="auto">
            <a:xfrm>
              <a:off x="13114083" y="1143355"/>
              <a:ext cx="5173980" cy="525145"/>
            </a:xfrm>
            <a:custGeom>
              <a:avLst/>
              <a:gdLst/>
              <a:ahLst/>
              <a:cxnLst/>
              <a:rect l="l" t="t" r="r" b="b"/>
              <a:pathLst>
                <a:path w="5173980" h="525144" fill="norm" stroke="1" extrusionOk="0">
                  <a:moveTo>
                    <a:pt x="5173560" y="0"/>
                  </a:moveTo>
                  <a:lnTo>
                    <a:pt x="362877" y="0"/>
                  </a:lnTo>
                  <a:lnTo>
                    <a:pt x="0" y="524878"/>
                  </a:lnTo>
                  <a:lnTo>
                    <a:pt x="5173560" y="524878"/>
                  </a:lnTo>
                  <a:lnTo>
                    <a:pt x="5173560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 descr=""/>
            <p:cNvSpPr/>
            <p:nvPr/>
          </p:nvSpPr>
          <p:spPr bwMode="auto">
            <a:xfrm>
              <a:off x="14118843" y="578523"/>
              <a:ext cx="4169410" cy="525145"/>
            </a:xfrm>
            <a:custGeom>
              <a:avLst/>
              <a:gdLst/>
              <a:ahLst/>
              <a:cxnLst/>
              <a:rect l="l" t="t" r="r" b="b"/>
              <a:pathLst>
                <a:path w="4169409" h="525144" fill="norm" stroke="1" extrusionOk="0">
                  <a:moveTo>
                    <a:pt x="4168800" y="0"/>
                  </a:moveTo>
                  <a:lnTo>
                    <a:pt x="362877" y="0"/>
                  </a:lnTo>
                  <a:lnTo>
                    <a:pt x="0" y="524878"/>
                  </a:lnTo>
                  <a:lnTo>
                    <a:pt x="4168800" y="524878"/>
                  </a:lnTo>
                  <a:lnTo>
                    <a:pt x="4168800" y="0"/>
                  </a:lnTo>
                  <a:close/>
                </a:path>
              </a:pathLst>
            </a:custGeom>
            <a:solidFill>
              <a:srgbClr val="0360D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" name="object 10" descr=""/>
          <p:cNvSpPr/>
          <p:nvPr/>
        </p:nvSpPr>
        <p:spPr bwMode="auto">
          <a:xfrm>
            <a:off x="14945042" y="0"/>
            <a:ext cx="3342640" cy="525145"/>
          </a:xfrm>
          <a:custGeom>
            <a:avLst/>
            <a:gdLst/>
            <a:ahLst/>
            <a:cxnLst/>
            <a:rect l="l" t="t" r="r" b="b"/>
            <a:pathLst>
              <a:path w="3342640" h="525145" fill="norm" stroke="1" extrusionOk="0">
                <a:moveTo>
                  <a:pt x="594360" y="0"/>
                </a:moveTo>
                <a:lnTo>
                  <a:pt x="366115" y="0"/>
                </a:lnTo>
                <a:lnTo>
                  <a:pt x="0" y="524878"/>
                </a:lnTo>
                <a:lnTo>
                  <a:pt x="228600" y="524878"/>
                </a:lnTo>
                <a:lnTo>
                  <a:pt x="594360" y="0"/>
                </a:lnTo>
                <a:close/>
              </a:path>
              <a:path w="3342640" h="525145" fill="norm" stroke="1" extrusionOk="0">
                <a:moveTo>
                  <a:pt x="979563" y="0"/>
                </a:moveTo>
                <a:lnTo>
                  <a:pt x="751319" y="0"/>
                </a:lnTo>
                <a:lnTo>
                  <a:pt x="385559" y="524878"/>
                </a:lnTo>
                <a:lnTo>
                  <a:pt x="613803" y="524878"/>
                </a:lnTo>
                <a:lnTo>
                  <a:pt x="979563" y="0"/>
                </a:lnTo>
                <a:close/>
              </a:path>
              <a:path w="3342640" h="525145" fill="norm" stroke="1" extrusionOk="0">
                <a:moveTo>
                  <a:pt x="3342602" y="0"/>
                </a:moveTo>
                <a:lnTo>
                  <a:pt x="1105560" y="0"/>
                </a:lnTo>
                <a:lnTo>
                  <a:pt x="742683" y="524878"/>
                </a:lnTo>
                <a:lnTo>
                  <a:pt x="3342602" y="524878"/>
                </a:lnTo>
                <a:lnTo>
                  <a:pt x="3342602" y="0"/>
                </a:lnTo>
                <a:close/>
              </a:path>
            </a:pathLst>
          </a:custGeom>
          <a:solidFill>
            <a:srgbClr val="036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" name="object 11" descr=""/>
          <p:cNvSpPr txBox="1">
            <a:spLocks noGrp="1"/>
          </p:cNvSpPr>
          <p:nvPr>
            <p:ph type="subTitle" idx="4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0055" marR="5080" indent="-2950209">
              <a:lnSpc>
                <a:spcPct val="116599"/>
              </a:lnSpc>
              <a:spcBef>
                <a:spcPts val="100"/>
              </a:spcBef>
              <a:defRPr/>
            </a:pPr>
            <a:r>
              <a:rPr sz="4500" spc="-30">
                <a:solidFill>
                  <a:srgbClr val="000000"/>
                </a:solidFill>
                <a:latin typeface="Lucida Sans Unicode"/>
                <a:cs typeface="Lucida Sans Unicode"/>
              </a:rPr>
              <a:t>Sujan</a:t>
            </a:r>
            <a:r>
              <a:rPr sz="4500" spc="-27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4500" spc="-45">
                <a:solidFill>
                  <a:srgbClr val="000000"/>
                </a:solidFill>
                <a:latin typeface="Lucida Sans Unicode"/>
                <a:cs typeface="Lucida Sans Unicode"/>
              </a:rPr>
              <a:t>Baskota,</a:t>
            </a:r>
            <a:r>
              <a:rPr sz="4500" spc="-2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4500" spc="-114">
                <a:solidFill>
                  <a:srgbClr val="000000"/>
                </a:solidFill>
                <a:latin typeface="Lucida Sans Unicode"/>
                <a:cs typeface="Lucida Sans Unicode"/>
              </a:rPr>
              <a:t>Yugesh</a:t>
            </a:r>
            <a:r>
              <a:rPr sz="4500" spc="-2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4500" spc="-275">
                <a:solidFill>
                  <a:srgbClr val="000000"/>
                </a:solidFill>
                <a:latin typeface="Lucida Sans Unicode"/>
                <a:cs typeface="Lucida Sans Unicode"/>
              </a:rPr>
              <a:t>K.C.,</a:t>
            </a:r>
            <a:r>
              <a:rPr sz="4500" spc="-26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4500" spc="-165">
                <a:solidFill>
                  <a:srgbClr val="000000"/>
                </a:solidFill>
                <a:latin typeface="Lucida Sans Unicode"/>
                <a:cs typeface="Lucida Sans Unicode"/>
              </a:rPr>
              <a:t>Yujal</a:t>
            </a:r>
            <a:r>
              <a:rPr sz="4500" spc="-26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4500" spc="-10">
                <a:solidFill>
                  <a:srgbClr val="000000"/>
                </a:solidFill>
                <a:latin typeface="Lucida Sans Unicode"/>
                <a:cs typeface="Lucida Sans Unicode"/>
              </a:rPr>
              <a:t>Shrestha, </a:t>
            </a:r>
            <a:r>
              <a:rPr sz="4500" spc="-114">
                <a:solidFill>
                  <a:srgbClr val="000000"/>
                </a:solidFill>
                <a:latin typeface="Lucida Sans Unicode"/>
                <a:cs typeface="Lucida Sans Unicode"/>
              </a:rPr>
              <a:t>Tribhuvan</a:t>
            </a:r>
            <a:r>
              <a:rPr sz="4500" spc="-21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4500" spc="-10">
                <a:solidFill>
                  <a:srgbClr val="000000"/>
                </a:solidFill>
                <a:latin typeface="Lucida Sans Unicode"/>
                <a:cs typeface="Lucida Sans Unicode"/>
              </a:rPr>
              <a:t>University</a:t>
            </a:r>
            <a:endParaRPr sz="4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 bwMode="auto">
          <a:xfrm>
            <a:off x="0" y="12"/>
            <a:ext cx="3002915" cy="2967990"/>
          </a:xfrm>
          <a:custGeom>
            <a:avLst/>
            <a:gdLst/>
            <a:ahLst/>
            <a:cxnLst/>
            <a:rect l="l" t="t" r="r" b="b"/>
            <a:pathLst>
              <a:path w="3002915" h="2967990" fill="norm" stroke="1" extrusionOk="0">
                <a:moveTo>
                  <a:pt x="2963201" y="0"/>
                </a:moveTo>
                <a:lnTo>
                  <a:pt x="0" y="0"/>
                </a:lnTo>
                <a:lnTo>
                  <a:pt x="0" y="2921378"/>
                </a:lnTo>
                <a:lnTo>
                  <a:pt x="54539" y="2931380"/>
                </a:lnTo>
                <a:lnTo>
                  <a:pt x="100997" y="2938867"/>
                </a:lnTo>
                <a:lnTo>
                  <a:pt x="147735" y="2945504"/>
                </a:lnTo>
                <a:lnTo>
                  <a:pt x="194744" y="2951282"/>
                </a:lnTo>
                <a:lnTo>
                  <a:pt x="242016" y="2956194"/>
                </a:lnTo>
                <a:lnTo>
                  <a:pt x="289543" y="2960231"/>
                </a:lnTo>
                <a:lnTo>
                  <a:pt x="337317" y="2963385"/>
                </a:lnTo>
                <a:lnTo>
                  <a:pt x="385331" y="2965649"/>
                </a:lnTo>
                <a:lnTo>
                  <a:pt x="433574" y="2967012"/>
                </a:lnTo>
                <a:lnTo>
                  <a:pt x="482041" y="2967469"/>
                </a:lnTo>
                <a:lnTo>
                  <a:pt x="530495" y="2967012"/>
                </a:lnTo>
                <a:lnTo>
                  <a:pt x="578727" y="2965649"/>
                </a:lnTo>
                <a:lnTo>
                  <a:pt x="626729" y="2963385"/>
                </a:lnTo>
                <a:lnTo>
                  <a:pt x="674493" y="2960231"/>
                </a:lnTo>
                <a:lnTo>
                  <a:pt x="722011" y="2956194"/>
                </a:lnTo>
                <a:lnTo>
                  <a:pt x="769273" y="2951282"/>
                </a:lnTo>
                <a:lnTo>
                  <a:pt x="816274" y="2945504"/>
                </a:lnTo>
                <a:lnTo>
                  <a:pt x="863003" y="2938867"/>
                </a:lnTo>
                <a:lnTo>
                  <a:pt x="909453" y="2931380"/>
                </a:lnTo>
                <a:lnTo>
                  <a:pt x="955616" y="2923050"/>
                </a:lnTo>
                <a:lnTo>
                  <a:pt x="1001483" y="2913887"/>
                </a:lnTo>
                <a:lnTo>
                  <a:pt x="1047047" y="2903898"/>
                </a:lnTo>
                <a:lnTo>
                  <a:pt x="1092300" y="2893091"/>
                </a:lnTo>
                <a:lnTo>
                  <a:pt x="1137232" y="2881474"/>
                </a:lnTo>
                <a:lnTo>
                  <a:pt x="1181836" y="2869057"/>
                </a:lnTo>
                <a:lnTo>
                  <a:pt x="1226104" y="2855846"/>
                </a:lnTo>
                <a:lnTo>
                  <a:pt x="1270028" y="2841850"/>
                </a:lnTo>
                <a:lnTo>
                  <a:pt x="1313600" y="2827078"/>
                </a:lnTo>
                <a:lnTo>
                  <a:pt x="1356810" y="2811536"/>
                </a:lnTo>
                <a:lnTo>
                  <a:pt x="1399652" y="2795234"/>
                </a:lnTo>
                <a:lnTo>
                  <a:pt x="1442117" y="2778180"/>
                </a:lnTo>
                <a:lnTo>
                  <a:pt x="1484197" y="2760382"/>
                </a:lnTo>
                <a:lnTo>
                  <a:pt x="1525883" y="2741847"/>
                </a:lnTo>
                <a:lnTo>
                  <a:pt x="1567168" y="2722585"/>
                </a:lnTo>
                <a:lnTo>
                  <a:pt x="1608043" y="2702603"/>
                </a:lnTo>
                <a:lnTo>
                  <a:pt x="1648501" y="2681909"/>
                </a:lnTo>
                <a:lnTo>
                  <a:pt x="1688532" y="2660512"/>
                </a:lnTo>
                <a:lnTo>
                  <a:pt x="1728129" y="2638420"/>
                </a:lnTo>
                <a:lnTo>
                  <a:pt x="1767285" y="2615640"/>
                </a:lnTo>
                <a:lnTo>
                  <a:pt x="1805989" y="2592182"/>
                </a:lnTo>
                <a:lnTo>
                  <a:pt x="1844235" y="2568053"/>
                </a:lnTo>
                <a:lnTo>
                  <a:pt x="1882015" y="2543261"/>
                </a:lnTo>
                <a:lnTo>
                  <a:pt x="1919319" y="2517815"/>
                </a:lnTo>
                <a:lnTo>
                  <a:pt x="1956140" y="2491722"/>
                </a:lnTo>
                <a:lnTo>
                  <a:pt x="1992471" y="2464992"/>
                </a:lnTo>
                <a:lnTo>
                  <a:pt x="2028301" y="2437631"/>
                </a:lnTo>
                <a:lnTo>
                  <a:pt x="2063624" y="2409649"/>
                </a:lnTo>
                <a:lnTo>
                  <a:pt x="2098432" y="2381053"/>
                </a:lnTo>
                <a:lnTo>
                  <a:pt x="2132715" y="2351852"/>
                </a:lnTo>
                <a:lnTo>
                  <a:pt x="2166467" y="2322053"/>
                </a:lnTo>
                <a:lnTo>
                  <a:pt x="2199678" y="2291665"/>
                </a:lnTo>
                <a:lnTo>
                  <a:pt x="2232341" y="2260696"/>
                </a:lnTo>
                <a:lnTo>
                  <a:pt x="2264448" y="2229154"/>
                </a:lnTo>
                <a:lnTo>
                  <a:pt x="2295989" y="2197048"/>
                </a:lnTo>
                <a:lnTo>
                  <a:pt x="2326958" y="2164385"/>
                </a:lnTo>
                <a:lnTo>
                  <a:pt x="2357346" y="2131174"/>
                </a:lnTo>
                <a:lnTo>
                  <a:pt x="2387145" y="2097422"/>
                </a:lnTo>
                <a:lnTo>
                  <a:pt x="2416346" y="2063139"/>
                </a:lnTo>
                <a:lnTo>
                  <a:pt x="2444942" y="2028331"/>
                </a:lnTo>
                <a:lnTo>
                  <a:pt x="2472925" y="1993008"/>
                </a:lnTo>
                <a:lnTo>
                  <a:pt x="2500285" y="1957177"/>
                </a:lnTo>
                <a:lnTo>
                  <a:pt x="2527016" y="1920847"/>
                </a:lnTo>
                <a:lnTo>
                  <a:pt x="2553108" y="1884026"/>
                </a:lnTo>
                <a:lnTo>
                  <a:pt x="2578554" y="1846721"/>
                </a:lnTo>
                <a:lnTo>
                  <a:pt x="2603346" y="1808942"/>
                </a:lnTo>
                <a:lnTo>
                  <a:pt x="2627475" y="1770696"/>
                </a:lnTo>
                <a:lnTo>
                  <a:pt x="2650933" y="1731991"/>
                </a:lnTo>
                <a:lnTo>
                  <a:pt x="2673713" y="1692836"/>
                </a:lnTo>
                <a:lnTo>
                  <a:pt x="2695805" y="1653239"/>
                </a:lnTo>
                <a:lnTo>
                  <a:pt x="2717202" y="1613207"/>
                </a:lnTo>
                <a:lnTo>
                  <a:pt x="2737896" y="1572750"/>
                </a:lnTo>
                <a:lnTo>
                  <a:pt x="2757878" y="1531875"/>
                </a:lnTo>
                <a:lnTo>
                  <a:pt x="2777140" y="1490590"/>
                </a:lnTo>
                <a:lnTo>
                  <a:pt x="2795675" y="1448903"/>
                </a:lnTo>
                <a:lnTo>
                  <a:pt x="2813473" y="1406824"/>
                </a:lnTo>
                <a:lnTo>
                  <a:pt x="2830528" y="1364359"/>
                </a:lnTo>
                <a:lnTo>
                  <a:pt x="2846830" y="1321517"/>
                </a:lnTo>
                <a:lnTo>
                  <a:pt x="2862371" y="1278306"/>
                </a:lnTo>
                <a:lnTo>
                  <a:pt x="2877144" y="1234735"/>
                </a:lnTo>
                <a:lnTo>
                  <a:pt x="2891139" y="1190811"/>
                </a:lnTo>
                <a:lnTo>
                  <a:pt x="2904350" y="1146543"/>
                </a:lnTo>
                <a:lnTo>
                  <a:pt x="2916768" y="1101939"/>
                </a:lnTo>
                <a:lnTo>
                  <a:pt x="2928384" y="1057006"/>
                </a:lnTo>
                <a:lnTo>
                  <a:pt x="2939191" y="1011754"/>
                </a:lnTo>
                <a:lnTo>
                  <a:pt x="2949180" y="966190"/>
                </a:lnTo>
                <a:lnTo>
                  <a:pt x="2958343" y="920322"/>
                </a:lnTo>
                <a:lnTo>
                  <a:pt x="2966673" y="874160"/>
                </a:lnTo>
                <a:lnTo>
                  <a:pt x="2974160" y="827709"/>
                </a:lnTo>
                <a:lnTo>
                  <a:pt x="2980797" y="780980"/>
                </a:lnTo>
                <a:lnTo>
                  <a:pt x="2986576" y="733980"/>
                </a:lnTo>
                <a:lnTo>
                  <a:pt x="2991487" y="686717"/>
                </a:lnTo>
                <a:lnTo>
                  <a:pt x="2995525" y="639200"/>
                </a:lnTo>
                <a:lnTo>
                  <a:pt x="2998679" y="591436"/>
                </a:lnTo>
                <a:lnTo>
                  <a:pt x="3000942" y="543434"/>
                </a:lnTo>
                <a:lnTo>
                  <a:pt x="3002306" y="495202"/>
                </a:lnTo>
                <a:lnTo>
                  <a:pt x="3002762" y="446747"/>
                </a:lnTo>
                <a:lnTo>
                  <a:pt x="3002306" y="398281"/>
                </a:lnTo>
                <a:lnTo>
                  <a:pt x="3000942" y="350037"/>
                </a:lnTo>
                <a:lnTo>
                  <a:pt x="2998679" y="302024"/>
                </a:lnTo>
                <a:lnTo>
                  <a:pt x="2995525" y="254250"/>
                </a:lnTo>
                <a:lnTo>
                  <a:pt x="2991487" y="206723"/>
                </a:lnTo>
                <a:lnTo>
                  <a:pt x="2986576" y="159450"/>
                </a:lnTo>
                <a:lnTo>
                  <a:pt x="2980797" y="112441"/>
                </a:lnTo>
                <a:lnTo>
                  <a:pt x="2974160" y="65704"/>
                </a:lnTo>
                <a:lnTo>
                  <a:pt x="2966673" y="19246"/>
                </a:lnTo>
                <a:lnTo>
                  <a:pt x="2963201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830"/>
              <a:t>11</a:t>
            </a:r>
            <a:endParaRPr/>
          </a:p>
        </p:txBody>
      </p:sp>
      <p:sp>
        <p:nvSpPr>
          <p:cNvPr id="4" name="object 4" descr=""/>
          <p:cNvSpPr txBox="1"/>
          <p:nvPr/>
        </p:nvSpPr>
        <p:spPr bwMode="auto">
          <a:xfrm>
            <a:off x="2418740" y="1909330"/>
            <a:ext cx="14368780" cy="678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1122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8000" spc="-600">
                <a:solidFill>
                  <a:srgbClr val="0049AC"/>
                </a:solidFill>
                <a:latin typeface="Arial Black"/>
                <a:cs typeface="Arial Black"/>
              </a:rPr>
              <a:t>References</a:t>
            </a:r>
            <a:endParaRPr sz="8000">
              <a:latin typeface="Arial Black"/>
              <a:cs typeface="Arial Black"/>
            </a:endParaRPr>
          </a:p>
          <a:p>
            <a:pPr marL="12700" marR="7620" indent="473709">
              <a:lnSpc>
                <a:spcPct val="103400"/>
              </a:lnSpc>
              <a:spcBef>
                <a:spcPts val="4215"/>
              </a:spcBef>
              <a:buAutoNum type="arabicParenR"/>
              <a:tabLst>
                <a:tab pos="486409" algn="l"/>
              </a:tabLst>
              <a:defRPr/>
            </a:pPr>
            <a:r>
              <a:rPr sz="3000" spc="-20">
                <a:latin typeface="Lucida Sans Unicode"/>
                <a:cs typeface="Lucida Sans Unicode"/>
              </a:rPr>
              <a:t>"Automated</a:t>
            </a:r>
            <a:r>
              <a:rPr sz="3000" spc="-10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Grading</a:t>
            </a:r>
            <a:r>
              <a:rPr sz="3000" spc="-9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Systems:</a:t>
            </a:r>
            <a:r>
              <a:rPr sz="3000" spc="-10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</a:t>
            </a:r>
            <a:r>
              <a:rPr sz="3000" spc="-100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Review,"</a:t>
            </a:r>
            <a:r>
              <a:rPr sz="3000" spc="-10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Journal</a:t>
            </a:r>
            <a:r>
              <a:rPr sz="3000" spc="-9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of</a:t>
            </a:r>
            <a:r>
              <a:rPr sz="3000" spc="-9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Educational</a:t>
            </a:r>
            <a:r>
              <a:rPr sz="3000" spc="-95">
                <a:latin typeface="Lucida Sans Unicode"/>
                <a:cs typeface="Lucida Sans Unicode"/>
              </a:rPr>
              <a:t> </a:t>
            </a:r>
            <a:r>
              <a:rPr sz="3000" spc="-60">
                <a:latin typeface="Lucida Sans Unicode"/>
                <a:cs typeface="Lucida Sans Unicode"/>
              </a:rPr>
              <a:t>Technology, </a:t>
            </a:r>
            <a:r>
              <a:rPr sz="3000" spc="-195">
                <a:latin typeface="Lucida Sans Unicode"/>
                <a:cs typeface="Lucida Sans Unicode"/>
              </a:rPr>
              <a:t>2023.</a:t>
            </a:r>
            <a:r>
              <a:rPr sz="3000" spc="-140">
                <a:latin typeface="Lucida Sans Unicode"/>
                <a:cs typeface="Lucida Sans Unicode"/>
              </a:rPr>
              <a:t> </a:t>
            </a:r>
            <a:r>
              <a:rPr sz="3000" u="sng" spc="-10">
                <a:latin typeface="Lucida Sans Unicode"/>
                <a:cs typeface="Lucida Sans Unicode"/>
                <a:hlinkClick r:id="rId3" tooltip="http://www.journalofedutech.com/"/>
              </a:rPr>
              <a:t>www.journalofedutech.com</a:t>
            </a:r>
            <a:endParaRPr sz="3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454"/>
              </a:spcBef>
              <a:buFont typeface="Lucida Sans Unicode"/>
              <a:buAutoNum type="arabicParenR"/>
              <a:defRPr/>
            </a:pPr>
            <a:endParaRPr sz="3000">
              <a:latin typeface="Lucida Sans Unicode"/>
              <a:cs typeface="Lucida Sans Unicode"/>
            </a:endParaRPr>
          </a:p>
          <a:p>
            <a:pPr marL="97790" marR="5080" indent="484505">
              <a:lnSpc>
                <a:spcPct val="116700"/>
              </a:lnSpc>
              <a:buAutoNum type="arabicParenR"/>
              <a:tabLst>
                <a:tab pos="582295" algn="l"/>
              </a:tabLst>
              <a:defRPr/>
            </a:pPr>
            <a:r>
              <a:rPr sz="3000">
                <a:latin typeface="Lucida Sans Unicode"/>
                <a:cs typeface="Lucida Sans Unicode"/>
              </a:rPr>
              <a:t>"Optical</a:t>
            </a:r>
            <a:r>
              <a:rPr sz="3000" spc="-4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Character</a:t>
            </a:r>
            <a:r>
              <a:rPr sz="3000" spc="-30">
                <a:latin typeface="Lucida Sans Unicode"/>
                <a:cs typeface="Lucida Sans Unicode"/>
              </a:rPr>
              <a:t> </a:t>
            </a:r>
            <a:r>
              <a:rPr sz="3000" spc="-20">
                <a:latin typeface="Lucida Sans Unicode"/>
                <a:cs typeface="Lucida Sans Unicode"/>
              </a:rPr>
              <a:t>Recognition</a:t>
            </a:r>
            <a:r>
              <a:rPr sz="3000" spc="-30">
                <a:latin typeface="Lucida Sans Unicode"/>
                <a:cs typeface="Lucida Sans Unicode"/>
              </a:rPr>
              <a:t> </a:t>
            </a:r>
            <a:r>
              <a:rPr sz="3000" spc="-65">
                <a:latin typeface="Lucida Sans Unicode"/>
                <a:cs typeface="Lucida Sans Unicode"/>
              </a:rPr>
              <a:t>Techniques:</a:t>
            </a:r>
            <a:r>
              <a:rPr sz="3000" spc="-3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A</a:t>
            </a:r>
            <a:r>
              <a:rPr sz="3000" spc="-35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Survey,"</a:t>
            </a:r>
            <a:r>
              <a:rPr sz="3000" spc="-30">
                <a:latin typeface="Lucida Sans Unicode"/>
                <a:cs typeface="Lucida Sans Unicode"/>
              </a:rPr>
              <a:t> </a:t>
            </a:r>
            <a:r>
              <a:rPr sz="3000">
                <a:latin typeface="Lucida Sans Unicode"/>
                <a:cs typeface="Lucida Sans Unicode"/>
              </a:rPr>
              <a:t>International</a:t>
            </a:r>
            <a:r>
              <a:rPr sz="3000" spc="-3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Journal </a:t>
            </a:r>
            <a:r>
              <a:rPr sz="3000" spc="-55">
                <a:latin typeface="Lucida Sans Unicode"/>
                <a:cs typeface="Lucida Sans Unicode"/>
              </a:rPr>
              <a:t>of</a:t>
            </a:r>
            <a:r>
              <a:rPr sz="3000" spc="-165">
                <a:latin typeface="Lucida Sans Unicode"/>
                <a:cs typeface="Lucida Sans Unicode"/>
              </a:rPr>
              <a:t> </a:t>
            </a:r>
            <a:r>
              <a:rPr sz="3000" spc="-40">
                <a:latin typeface="Lucida Sans Unicode"/>
                <a:cs typeface="Lucida Sans Unicode"/>
              </a:rPr>
              <a:t>Computer</a:t>
            </a:r>
            <a:r>
              <a:rPr sz="3000" spc="-155">
                <a:latin typeface="Lucida Sans Unicode"/>
                <a:cs typeface="Lucida Sans Unicode"/>
              </a:rPr>
              <a:t> </a:t>
            </a:r>
            <a:r>
              <a:rPr sz="3000" spc="-80">
                <a:latin typeface="Lucida Sans Unicode"/>
                <a:cs typeface="Lucida Sans Unicode"/>
              </a:rPr>
              <a:t>Applications,</a:t>
            </a:r>
            <a:r>
              <a:rPr sz="3000" spc="-165">
                <a:latin typeface="Lucida Sans Unicode"/>
                <a:cs typeface="Lucida Sans Unicode"/>
              </a:rPr>
              <a:t> </a:t>
            </a:r>
            <a:r>
              <a:rPr sz="3000" spc="-195">
                <a:latin typeface="Lucida Sans Unicode"/>
                <a:cs typeface="Lucida Sans Unicode"/>
              </a:rPr>
              <a:t>2022.</a:t>
            </a:r>
            <a:r>
              <a:rPr sz="3000" spc="-165">
                <a:latin typeface="Lucida Sans Unicode"/>
                <a:cs typeface="Lucida Sans Unicode"/>
              </a:rPr>
              <a:t> </a:t>
            </a:r>
            <a:r>
              <a:rPr sz="3000" u="sng" spc="-10">
                <a:latin typeface="Lucida Sans Unicode"/>
                <a:cs typeface="Lucida Sans Unicode"/>
                <a:hlinkClick r:id="rId4" tooltip="http://www.ijcaonline.org/"/>
              </a:rPr>
              <a:t>www.ijcaonline.org</a:t>
            </a:r>
            <a:endParaRPr sz="3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450"/>
              </a:spcBef>
              <a:buFont typeface="Lucida Sans Unicode"/>
              <a:buAutoNum type="arabicParenR"/>
              <a:defRPr/>
            </a:pPr>
            <a:endParaRPr sz="3000">
              <a:latin typeface="Lucida Sans Unicode"/>
              <a:cs typeface="Lucida Sans Unicode"/>
            </a:endParaRPr>
          </a:p>
          <a:p>
            <a:pPr marL="12700" marR="10160" indent="517525">
              <a:lnSpc>
                <a:spcPct val="103400"/>
              </a:lnSpc>
              <a:buAutoNum type="arabicParenR"/>
              <a:tabLst>
                <a:tab pos="530225" algn="l"/>
                <a:tab pos="2208530" algn="l"/>
                <a:tab pos="4173854" algn="l"/>
                <a:tab pos="6299200" algn="l"/>
                <a:tab pos="6818630" algn="l"/>
                <a:tab pos="8884920" algn="l"/>
                <a:tab pos="11256645" algn="l"/>
                <a:tab pos="12125960" algn="l"/>
              </a:tabLst>
              <a:defRPr/>
            </a:pPr>
            <a:r>
              <a:rPr sz="3000" spc="-10">
                <a:latin typeface="Lucida Sans Unicode"/>
                <a:cs typeface="Lucida Sans Unicode"/>
              </a:rPr>
              <a:t>"Natural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Language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Processing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25">
                <a:latin typeface="Lucida Sans Unicode"/>
                <a:cs typeface="Lucida Sans Unicode"/>
              </a:rPr>
              <a:t>in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Education: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10">
                <a:latin typeface="Lucida Sans Unicode"/>
                <a:cs typeface="Lucida Sans Unicode"/>
              </a:rPr>
              <a:t>Applications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25">
                <a:latin typeface="Lucida Sans Unicode"/>
                <a:cs typeface="Lucida Sans Unicode"/>
              </a:rPr>
              <a:t>and</a:t>
            </a:r>
            <a:r>
              <a:rPr sz="3000">
                <a:latin typeface="Lucida Sans Unicode"/>
                <a:cs typeface="Lucida Sans Unicode"/>
              </a:rPr>
              <a:t>	</a:t>
            </a:r>
            <a:r>
              <a:rPr sz="3000" spc="-50">
                <a:latin typeface="Lucida Sans Unicode"/>
                <a:cs typeface="Lucida Sans Unicode"/>
              </a:rPr>
              <a:t>Challenges," </a:t>
            </a:r>
            <a:r>
              <a:rPr sz="3000" spc="-40">
                <a:latin typeface="Lucida Sans Unicode"/>
                <a:cs typeface="Lucida Sans Unicode"/>
              </a:rPr>
              <a:t>Educational</a:t>
            </a:r>
            <a:r>
              <a:rPr sz="3000" spc="-185">
                <a:latin typeface="Lucida Sans Unicode"/>
                <a:cs typeface="Lucida Sans Unicode"/>
              </a:rPr>
              <a:t> </a:t>
            </a:r>
            <a:r>
              <a:rPr sz="3000" spc="-10">
                <a:latin typeface="Lucida Sans Unicode"/>
                <a:cs typeface="Lucida Sans Unicode"/>
              </a:rPr>
              <a:t>Data</a:t>
            </a:r>
            <a:r>
              <a:rPr sz="3000" spc="-165">
                <a:latin typeface="Lucida Sans Unicode"/>
                <a:cs typeface="Lucida Sans Unicode"/>
              </a:rPr>
              <a:t> </a:t>
            </a:r>
            <a:r>
              <a:rPr sz="3000" spc="-45">
                <a:latin typeface="Lucida Sans Unicode"/>
                <a:cs typeface="Lucida Sans Unicode"/>
              </a:rPr>
              <a:t>Mining,</a:t>
            </a:r>
            <a:r>
              <a:rPr sz="3000" spc="-175">
                <a:latin typeface="Lucida Sans Unicode"/>
                <a:cs typeface="Lucida Sans Unicode"/>
              </a:rPr>
              <a:t> </a:t>
            </a:r>
            <a:r>
              <a:rPr sz="3000" spc="-195">
                <a:latin typeface="Lucida Sans Unicode"/>
                <a:cs typeface="Lucida Sans Unicode"/>
              </a:rPr>
              <a:t>2023.</a:t>
            </a:r>
            <a:r>
              <a:rPr sz="3000" spc="-170">
                <a:latin typeface="Lucida Sans Unicode"/>
                <a:cs typeface="Lucida Sans Unicode"/>
              </a:rPr>
              <a:t> </a:t>
            </a:r>
            <a:r>
              <a:rPr sz="3000" u="sng" spc="-10">
                <a:latin typeface="Lucida Sans Unicode"/>
                <a:cs typeface="Lucida Sans Unicode"/>
                <a:hlinkClick r:id="rId5" tooltip="http://www.educationaldatamining.org/"/>
              </a:rPr>
              <a:t>www.educationaldatamining.org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ONLYOFFICE/8.2.2.22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Adan Rotteveel</dc:creator>
  <cp:lastModifiedBy/>
  <cp:revision>1</cp:revision>
  <dcterms:created xsi:type="dcterms:W3CDTF">2025-03-04T17:44:41Z</dcterms:created>
  <dcterms:modified xsi:type="dcterms:W3CDTF">2025-03-04T17:48:12Z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2025-03-04T00:00:00Z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2025-03-04T00:00:00Z</vt:filetime>
  </property>
</Properties>
</file>